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7D7D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48" d="100"/>
          <a:sy n="48" d="100"/>
        </p:scale>
        <p:origin x="7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77" Type="http://schemas.openxmlformats.org/officeDocument/2006/relationships/image" Target="../media/image76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83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2" Type="http://schemas.openxmlformats.org/officeDocument/2006/relationships/image" Target="../media/image1.png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5"/>
          <p:cNvSpPr txBox="1"/>
          <p:nvPr/>
        </p:nvSpPr>
        <p:spPr>
          <a:xfrm>
            <a:off x="9225814" y="1199082"/>
            <a:ext cx="14466772" cy="938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Differential Privacy on Fully Dynamic Streams</a:t>
            </a:r>
          </a:p>
        </p:txBody>
      </p:sp>
      <p:sp>
        <p:nvSpPr>
          <p:cNvPr id="50" name="TextBox 37"/>
          <p:cNvSpPr txBox="1"/>
          <p:nvPr/>
        </p:nvSpPr>
        <p:spPr>
          <a:xfrm>
            <a:off x="10082189" y="2347612"/>
            <a:ext cx="12754021" cy="1207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dirty="0"/>
              <a:t>Yuan </a:t>
            </a:r>
            <a:r>
              <a:rPr lang="en-US" altLang="zh-CN" sz="2800" dirty="0"/>
              <a:t>Qiu</a:t>
            </a:r>
            <a:r>
              <a:rPr lang="en-US" altLang="zh-CN" sz="2800" baseline="30000" dirty="0"/>
              <a:t>1</a:t>
            </a:r>
            <a:r>
              <a:rPr lang="en-US" altLang="zh-CN" sz="2800" dirty="0"/>
              <a:t> and Ke Yi</a:t>
            </a:r>
            <a:r>
              <a:rPr lang="en-US" altLang="zh-CN" sz="2800" baseline="30000" dirty="0"/>
              <a:t>2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2800" baseline="30000" dirty="0"/>
              <a:t>1</a:t>
            </a:r>
            <a:r>
              <a:rPr lang="en-US" altLang="zh-CN" sz="2800" dirty="0"/>
              <a:t>Southeast University  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Hong Kong University of Science and Technology</a:t>
            </a:r>
            <a:endParaRPr sz="2800" dirty="0"/>
          </a:p>
        </p:txBody>
      </p:sp>
      <p:sp>
        <p:nvSpPr>
          <p:cNvPr id="2" name="Rectangle 35">
            <a:extLst>
              <a:ext uri="{FF2B5EF4-FFF2-40B4-BE49-F238E27FC236}">
                <a16:creationId xmlns:a16="http://schemas.microsoft.com/office/drawing/2014/main" id="{48673FC3-08A8-D063-AA56-D4DA6221B2FA}"/>
              </a:ext>
            </a:extLst>
          </p:cNvPr>
          <p:cNvSpPr/>
          <p:nvPr/>
        </p:nvSpPr>
        <p:spPr>
          <a:xfrm>
            <a:off x="0" y="-3789"/>
            <a:ext cx="32918400" cy="104261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90ED5B50-2B53-0C19-132B-4A3EF4F89640}"/>
              </a:ext>
            </a:extLst>
          </p:cNvPr>
          <p:cNvSpPr/>
          <p:nvPr/>
        </p:nvSpPr>
        <p:spPr>
          <a:xfrm>
            <a:off x="6096" y="4096421"/>
            <a:ext cx="32911772" cy="274521"/>
          </a:xfrm>
          <a:prstGeom prst="rect">
            <a:avLst/>
          </a:prstGeom>
          <a:gradFill>
            <a:gsLst>
              <a:gs pos="100000">
                <a:srgbClr val="DAE9F6"/>
              </a:gs>
              <a:gs pos="0">
                <a:schemeClr val="accent1">
                  <a:tint val="66000"/>
                  <a:satMod val="160000"/>
                </a:schemeClr>
              </a:gs>
              <a:gs pos="51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neurips_logo.pdf" descr="neurips_logo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6580" y="1268151"/>
            <a:ext cx="4797779" cy="2159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片 5" descr="徽标&#10;&#10;描述已自动生成">
            <a:extLst>
              <a:ext uri="{FF2B5EF4-FFF2-40B4-BE49-F238E27FC236}">
                <a16:creationId xmlns:a16="http://schemas.microsoft.com/office/drawing/2014/main" id="{422CA73A-42C9-0329-E38B-2B49B9F9C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626" y="1690223"/>
            <a:ext cx="1666047" cy="1666047"/>
          </a:xfrm>
          <a:prstGeom prst="rect">
            <a:avLst/>
          </a:prstGeom>
        </p:spPr>
      </p:pic>
      <p:pic>
        <p:nvPicPr>
          <p:cNvPr id="1026" name="Picture 2" descr="Logo of HKUST">
            <a:extLst>
              <a:ext uri="{FF2B5EF4-FFF2-40B4-BE49-F238E27FC236}">
                <a16:creationId xmlns:a16="http://schemas.microsoft.com/office/drawing/2014/main" id="{49FBBDAB-1783-DE72-A076-68406D45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415" y="1339032"/>
            <a:ext cx="1309895" cy="201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51">
            <a:extLst>
              <a:ext uri="{FF2B5EF4-FFF2-40B4-BE49-F238E27FC236}">
                <a16:creationId xmlns:a16="http://schemas.microsoft.com/office/drawing/2014/main" id="{94E964FA-593B-B3CC-A720-3B3B266955BA}"/>
              </a:ext>
            </a:extLst>
          </p:cNvPr>
          <p:cNvSpPr txBox="1"/>
          <p:nvPr/>
        </p:nvSpPr>
        <p:spPr>
          <a:xfrm>
            <a:off x="22928580" y="4958785"/>
            <a:ext cx="9029701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Online Interval Tree</a:t>
            </a:r>
            <a:endParaRPr dirty="0"/>
          </a:p>
        </p:txBody>
      </p:sp>
      <p:sp>
        <p:nvSpPr>
          <p:cNvPr id="12" name="TextBox 45">
            <a:extLst>
              <a:ext uri="{FF2B5EF4-FFF2-40B4-BE49-F238E27FC236}">
                <a16:creationId xmlns:a16="http://schemas.microsoft.com/office/drawing/2014/main" id="{76471137-0EA2-F1BD-EE5F-4CCBEC925973}"/>
              </a:ext>
            </a:extLst>
          </p:cNvPr>
          <p:cNvSpPr txBox="1"/>
          <p:nvPr/>
        </p:nvSpPr>
        <p:spPr>
          <a:xfrm>
            <a:off x="986246" y="4958785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dirty="0"/>
              <a:t>Background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46">
                <a:extLst>
                  <a:ext uri="{FF2B5EF4-FFF2-40B4-BE49-F238E27FC236}">
                    <a16:creationId xmlns:a16="http://schemas.microsoft.com/office/drawing/2014/main" id="{B3F3F368-47A1-29B0-1024-EC8058F28FFE}"/>
                  </a:ext>
                </a:extLst>
              </p:cNvPr>
              <p:cNvSpPr txBox="1"/>
              <p:nvPr/>
            </p:nvSpPr>
            <p:spPr>
              <a:xfrm>
                <a:off x="986246" y="5965227"/>
                <a:ext cx="9064534" cy="41549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Wingdings" panose="05000000000000000000" pitchFamily="2" charset="2"/>
                  <a:buChar char="n"/>
                </a:pPr>
                <a:r>
                  <a:rPr lang="en-US" altLang="zh-CN" b="1" dirty="0"/>
                  <a:t>Stream Model</a:t>
                </a:r>
                <a:r>
                  <a:rPr lang="en-US" altLang="zh-CN" dirty="0"/>
                  <a:t>: A sequence of updates,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arrives at time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: </a:t>
                </a:r>
                <a:endParaRPr dirty="0"/>
              </a:p>
            </p:txBody>
          </p:sp>
        </mc:Choice>
        <mc:Fallback>
          <p:sp>
            <p:nvSpPr>
              <p:cNvPr id="13" name="TextBox 46">
                <a:extLst>
                  <a:ext uri="{FF2B5EF4-FFF2-40B4-BE49-F238E27FC236}">
                    <a16:creationId xmlns:a16="http://schemas.microsoft.com/office/drawing/2014/main" id="{B3F3F368-47A1-29B0-1024-EC8058F28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5965227"/>
                <a:ext cx="9064534" cy="415498"/>
              </a:xfrm>
              <a:prstGeom prst="rect">
                <a:avLst/>
              </a:prstGeom>
              <a:blipFill>
                <a:blip r:embed="rId5"/>
                <a:stretch>
                  <a:fillRect l="-1210" t="-10294" b="-2794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42">
                <a:extLst>
                  <a:ext uri="{FF2B5EF4-FFF2-40B4-BE49-F238E27FC236}">
                    <a16:creationId xmlns:a16="http://schemas.microsoft.com/office/drawing/2014/main" id="{95F913CD-5AAD-54EB-D283-3CDC09E75F8E}"/>
                  </a:ext>
                </a:extLst>
              </p:cNvPr>
              <p:cNvSpPr txBox="1"/>
              <p:nvPr/>
            </p:nvSpPr>
            <p:spPr>
              <a:xfrm>
                <a:off x="986246" y="6456038"/>
                <a:ext cx="9064534" cy="122007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dirty="0"/>
                  <a:t>No-op: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⊥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dirty="0"/>
                  <a:t>Insertion: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=+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dirty="0"/>
                  <a:t>Deletion: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lit/>
                      </m:rP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4" name="TextBox 42">
                <a:extLst>
                  <a:ext uri="{FF2B5EF4-FFF2-40B4-BE49-F238E27FC236}">
                    <a16:creationId xmlns:a16="http://schemas.microsoft.com/office/drawing/2014/main" id="{95F913CD-5AAD-54EB-D283-3CDC09E75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6456038"/>
                <a:ext cx="9064534" cy="1220078"/>
              </a:xfrm>
              <a:prstGeom prst="rect">
                <a:avLst/>
              </a:prstGeom>
              <a:blipFill>
                <a:blip r:embed="rId6"/>
                <a:stretch>
                  <a:fillRect l="-1210" t="-1000" b="-9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42">
            <a:extLst>
              <a:ext uri="{FF2B5EF4-FFF2-40B4-BE49-F238E27FC236}">
                <a16:creationId xmlns:a16="http://schemas.microsoft.com/office/drawing/2014/main" id="{67B2C440-0227-291F-88F6-38C0D52A9546}"/>
              </a:ext>
            </a:extLst>
          </p:cNvPr>
          <p:cNvSpPr/>
          <p:nvPr/>
        </p:nvSpPr>
        <p:spPr>
          <a:xfrm rot="10800000">
            <a:off x="-1" y="20902982"/>
            <a:ext cx="32918400" cy="104261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43">
            <a:extLst>
              <a:ext uri="{FF2B5EF4-FFF2-40B4-BE49-F238E27FC236}">
                <a16:creationId xmlns:a16="http://schemas.microsoft.com/office/drawing/2014/main" id="{84B60B0F-B419-4AAD-2EC4-FEBB40162727}"/>
              </a:ext>
            </a:extLst>
          </p:cNvPr>
          <p:cNvSpPr/>
          <p:nvPr/>
        </p:nvSpPr>
        <p:spPr>
          <a:xfrm>
            <a:off x="805851" y="4710485"/>
            <a:ext cx="9757021" cy="16192497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43">
            <a:extLst>
              <a:ext uri="{FF2B5EF4-FFF2-40B4-BE49-F238E27FC236}">
                <a16:creationId xmlns:a16="http://schemas.microsoft.com/office/drawing/2014/main" id="{82A94AAE-F179-5442-12B2-1E0F64632549}"/>
              </a:ext>
            </a:extLst>
          </p:cNvPr>
          <p:cNvSpPr/>
          <p:nvPr/>
        </p:nvSpPr>
        <p:spPr>
          <a:xfrm>
            <a:off x="11580687" y="4710485"/>
            <a:ext cx="9757021" cy="16192497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43">
            <a:extLst>
              <a:ext uri="{FF2B5EF4-FFF2-40B4-BE49-F238E27FC236}">
                <a16:creationId xmlns:a16="http://schemas.microsoft.com/office/drawing/2014/main" id="{D22CC422-DFE9-330D-B299-A93C2A953884}"/>
              </a:ext>
            </a:extLst>
          </p:cNvPr>
          <p:cNvSpPr/>
          <p:nvPr/>
        </p:nvSpPr>
        <p:spPr>
          <a:xfrm>
            <a:off x="22570165" y="4710485"/>
            <a:ext cx="9757021" cy="16192497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46">
                <a:extLst>
                  <a:ext uri="{FF2B5EF4-FFF2-40B4-BE49-F238E27FC236}">
                    <a16:creationId xmlns:a16="http://schemas.microsoft.com/office/drawing/2014/main" id="{9DCAA5B1-93DB-D79B-80FB-D11F31B6618A}"/>
                  </a:ext>
                </a:extLst>
              </p:cNvPr>
              <p:cNvSpPr txBox="1"/>
              <p:nvPr/>
            </p:nvSpPr>
            <p:spPr>
              <a:xfrm>
                <a:off x="986246" y="7816879"/>
                <a:ext cx="9064534" cy="73866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Insertion-only Stream: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⊥,+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dirty="0"/>
                  <a:t>Fully Dynamic Stream: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⊥,+,−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>
          <p:sp>
            <p:nvSpPr>
              <p:cNvPr id="20" name="TextBox 46">
                <a:extLst>
                  <a:ext uri="{FF2B5EF4-FFF2-40B4-BE49-F238E27FC236}">
                    <a16:creationId xmlns:a16="http://schemas.microsoft.com/office/drawing/2014/main" id="{9DCAA5B1-93DB-D79B-80FB-D11F31B66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7816879"/>
                <a:ext cx="9064534" cy="738664"/>
              </a:xfrm>
              <a:prstGeom prst="rect">
                <a:avLst/>
              </a:prstGeom>
              <a:blipFill>
                <a:blip r:embed="rId7"/>
                <a:stretch>
                  <a:fillRect l="-1210" t="-4959" b="-1570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61" name="组合 1160">
            <a:extLst>
              <a:ext uri="{FF2B5EF4-FFF2-40B4-BE49-F238E27FC236}">
                <a16:creationId xmlns:a16="http://schemas.microsoft.com/office/drawing/2014/main" id="{AF06F186-F9AD-9249-97F5-680EAC2382E4}"/>
              </a:ext>
            </a:extLst>
          </p:cNvPr>
          <p:cNvGrpSpPr/>
          <p:nvPr/>
        </p:nvGrpSpPr>
        <p:grpSpPr>
          <a:xfrm>
            <a:off x="2385392" y="9030497"/>
            <a:ext cx="7187376" cy="2198353"/>
            <a:chOff x="2385392" y="13526297"/>
            <a:chExt cx="7187376" cy="2198353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3BF50EC-89AD-6E32-0EC0-36EF97DE0EA6}"/>
                </a:ext>
              </a:extLst>
            </p:cNvPr>
            <p:cNvCxnSpPr/>
            <p:nvPr/>
          </p:nvCxnSpPr>
          <p:spPr>
            <a:xfrm>
              <a:off x="2385392" y="15516902"/>
              <a:ext cx="6400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7A366E7-282E-C2CB-1129-0877E3867CE5}"/>
                </a:ext>
              </a:extLst>
            </p:cNvPr>
            <p:cNvCxnSpPr/>
            <p:nvPr/>
          </p:nvCxnSpPr>
          <p:spPr>
            <a:xfrm flipV="1">
              <a:off x="2395884" y="13608589"/>
              <a:ext cx="0" cy="190831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46">
                  <a:extLst>
                    <a:ext uri="{FF2B5EF4-FFF2-40B4-BE49-F238E27FC236}">
                      <a16:creationId xmlns:a16="http://schemas.microsoft.com/office/drawing/2014/main" id="{87DF1B2E-6723-38CC-1F90-0F6CCB51C247}"/>
                    </a:ext>
                  </a:extLst>
                </p:cNvPr>
                <p:cNvSpPr txBox="1"/>
                <p:nvPr/>
              </p:nvSpPr>
              <p:spPr>
                <a:xfrm>
                  <a:off x="8686866" y="15309153"/>
                  <a:ext cx="715554" cy="41549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26" name="TextBox 46">
                  <a:extLst>
                    <a:ext uri="{FF2B5EF4-FFF2-40B4-BE49-F238E27FC236}">
                      <a16:creationId xmlns:a16="http://schemas.microsoft.com/office/drawing/2014/main" id="{87DF1B2E-6723-38CC-1F90-0F6CCB51C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866" y="15309153"/>
                  <a:ext cx="715554" cy="41549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D6A8868-69E3-0B3A-700D-D1D3BFFA13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884" y="13810000"/>
              <a:ext cx="5058525" cy="1685935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46">
                  <a:extLst>
                    <a:ext uri="{FF2B5EF4-FFF2-40B4-BE49-F238E27FC236}">
                      <a16:creationId xmlns:a16="http://schemas.microsoft.com/office/drawing/2014/main" id="{015C717E-3AE2-FF7E-6308-62C6EDBF1197}"/>
                    </a:ext>
                  </a:extLst>
                </p:cNvPr>
                <p:cNvSpPr txBox="1"/>
                <p:nvPr/>
              </p:nvSpPr>
              <p:spPr>
                <a:xfrm>
                  <a:off x="7458731" y="13526297"/>
                  <a:ext cx="2114037" cy="41549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29" name="TextBox 46">
                  <a:extLst>
                    <a:ext uri="{FF2B5EF4-FFF2-40B4-BE49-F238E27FC236}">
                      <a16:creationId xmlns:a16="http://schemas.microsoft.com/office/drawing/2014/main" id="{015C717E-3AE2-FF7E-6308-62C6EDBF1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8731" y="13526297"/>
                  <a:ext cx="2114037" cy="415498"/>
                </a:xfrm>
                <a:prstGeom prst="rect">
                  <a:avLst/>
                </a:prstGeom>
                <a:blipFill>
                  <a:blip r:embed="rId9"/>
                  <a:stretch>
                    <a:fillRect b="-2899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46">
              <a:extLst>
                <a:ext uri="{FF2B5EF4-FFF2-40B4-BE49-F238E27FC236}">
                  <a16:creationId xmlns:a16="http://schemas.microsoft.com/office/drawing/2014/main" id="{C43AA4B7-9E58-5999-63AB-5DFA648B4909}"/>
                </a:ext>
              </a:extLst>
            </p:cNvPr>
            <p:cNvSpPr txBox="1"/>
            <p:nvPr/>
          </p:nvSpPr>
          <p:spPr>
            <a:xfrm>
              <a:off x="4728465" y="13685267"/>
              <a:ext cx="2114037" cy="4165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>
                <a:defRPr sz="21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algn="ctr"/>
              <a:r>
                <a:rPr lang="en-US" dirty="0"/>
                <a:t>Num. updates</a:t>
              </a:r>
              <a:endParaRPr dirty="0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558A2B83-6A41-73F9-26B0-9191D4F87658}"/>
                </a:ext>
              </a:extLst>
            </p:cNvPr>
            <p:cNvSpPr/>
            <p:nvPr/>
          </p:nvSpPr>
          <p:spPr>
            <a:xfrm>
              <a:off x="2397760" y="14917020"/>
              <a:ext cx="5029200" cy="594360"/>
            </a:xfrm>
            <a:custGeom>
              <a:avLst/>
              <a:gdLst>
                <a:gd name="connsiteX0" fmla="*/ 0 w 5029200"/>
                <a:gd name="connsiteY0" fmla="*/ 594360 h 594360"/>
                <a:gd name="connsiteX1" fmla="*/ 1656080 w 5029200"/>
                <a:gd name="connsiteY1" fmla="*/ 81280 h 594360"/>
                <a:gd name="connsiteX2" fmla="*/ 2616200 w 5029200"/>
                <a:gd name="connsiteY2" fmla="*/ 203200 h 594360"/>
                <a:gd name="connsiteX3" fmla="*/ 3459480 w 5029200"/>
                <a:gd name="connsiteY3" fmla="*/ 0 h 594360"/>
                <a:gd name="connsiteX4" fmla="*/ 4170680 w 5029200"/>
                <a:gd name="connsiteY4" fmla="*/ 203200 h 594360"/>
                <a:gd name="connsiteX5" fmla="*/ 4820920 w 5029200"/>
                <a:gd name="connsiteY5" fmla="*/ 101600 h 594360"/>
                <a:gd name="connsiteX6" fmla="*/ 5029200 w 5029200"/>
                <a:gd name="connsiteY6" fmla="*/ 157480 h 59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29200" h="594360">
                  <a:moveTo>
                    <a:pt x="0" y="594360"/>
                  </a:moveTo>
                  <a:cubicBezTo>
                    <a:pt x="610023" y="370416"/>
                    <a:pt x="1220047" y="146473"/>
                    <a:pt x="1656080" y="81280"/>
                  </a:cubicBezTo>
                  <a:cubicBezTo>
                    <a:pt x="2092113" y="16087"/>
                    <a:pt x="2315633" y="216747"/>
                    <a:pt x="2616200" y="203200"/>
                  </a:cubicBezTo>
                  <a:cubicBezTo>
                    <a:pt x="2916767" y="189653"/>
                    <a:pt x="3200400" y="0"/>
                    <a:pt x="3459480" y="0"/>
                  </a:cubicBezTo>
                  <a:cubicBezTo>
                    <a:pt x="3718560" y="0"/>
                    <a:pt x="3943773" y="186267"/>
                    <a:pt x="4170680" y="203200"/>
                  </a:cubicBezTo>
                  <a:cubicBezTo>
                    <a:pt x="4397587" y="220133"/>
                    <a:pt x="4677833" y="109220"/>
                    <a:pt x="4820920" y="101600"/>
                  </a:cubicBezTo>
                  <a:cubicBezTo>
                    <a:pt x="4964007" y="93980"/>
                    <a:pt x="4996603" y="125730"/>
                    <a:pt x="5029200" y="157480"/>
                  </a:cubicBezTo>
                </a:path>
              </a:pathLst>
            </a:cu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34" name="TextBox 46">
              <a:extLst>
                <a:ext uri="{FF2B5EF4-FFF2-40B4-BE49-F238E27FC236}">
                  <a16:creationId xmlns:a16="http://schemas.microsoft.com/office/drawing/2014/main" id="{40643D64-1DE5-0CF5-F84C-D70F54B14F31}"/>
                </a:ext>
              </a:extLst>
            </p:cNvPr>
            <p:cNvSpPr txBox="1"/>
            <p:nvPr/>
          </p:nvSpPr>
          <p:spPr>
            <a:xfrm>
              <a:off x="4728465" y="15073155"/>
              <a:ext cx="2114037" cy="4165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>
                <a:defRPr sz="21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algn="ctr"/>
              <a:r>
                <a:rPr lang="en-US" dirty="0"/>
                <a:t>Data size</a:t>
              </a:r>
              <a:endParaRPr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46">
                  <a:extLst>
                    <a:ext uri="{FF2B5EF4-FFF2-40B4-BE49-F238E27FC236}">
                      <a16:creationId xmlns:a16="http://schemas.microsoft.com/office/drawing/2014/main" id="{8D0E472F-C9D6-F41B-2D9A-AAE30F6C50AD}"/>
                    </a:ext>
                  </a:extLst>
                </p:cNvPr>
                <p:cNvSpPr txBox="1"/>
                <p:nvPr/>
              </p:nvSpPr>
              <p:spPr>
                <a:xfrm>
                  <a:off x="7454409" y="14798702"/>
                  <a:ext cx="2114037" cy="41549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35" name="TextBox 46">
                  <a:extLst>
                    <a:ext uri="{FF2B5EF4-FFF2-40B4-BE49-F238E27FC236}">
                      <a16:creationId xmlns:a16="http://schemas.microsoft.com/office/drawing/2014/main" id="{8D0E472F-C9D6-F41B-2D9A-AAE30F6C50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4409" y="14798702"/>
                  <a:ext cx="2114037" cy="415498"/>
                </a:xfrm>
                <a:prstGeom prst="rect">
                  <a:avLst/>
                </a:prstGeom>
                <a:blipFill>
                  <a:blip r:embed="rId10"/>
                  <a:stretch>
                    <a:fillRect b="-4412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47">
            <a:extLst>
              <a:ext uri="{FF2B5EF4-FFF2-40B4-BE49-F238E27FC236}">
                <a16:creationId xmlns:a16="http://schemas.microsoft.com/office/drawing/2014/main" id="{39AC746D-8907-95F6-77E8-0C9A41B75BB4}"/>
              </a:ext>
            </a:extLst>
          </p:cNvPr>
          <p:cNvSpPr txBox="1"/>
          <p:nvPr/>
        </p:nvSpPr>
        <p:spPr>
          <a:xfrm>
            <a:off x="986246" y="11803021"/>
            <a:ext cx="9064534" cy="44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b="1" dirty="0"/>
              <a:t>Differential Privacy (DP)</a:t>
            </a:r>
            <a:r>
              <a:rPr lang="en-US" altLang="zh-CN" dirty="0"/>
              <a:t>: Protect data against membership inference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56">
                <a:extLst>
                  <a:ext uri="{FF2B5EF4-FFF2-40B4-BE49-F238E27FC236}">
                    <a16:creationId xmlns:a16="http://schemas.microsoft.com/office/drawing/2014/main" id="{54FF006A-E5A3-D921-2BD9-EA7D7193D5C7}"/>
                  </a:ext>
                </a:extLst>
              </p:cNvPr>
              <p:cNvSpPr txBox="1"/>
              <p:nvPr/>
            </p:nvSpPr>
            <p:spPr>
              <a:xfrm>
                <a:off x="982979" y="11172212"/>
                <a:ext cx="9029701" cy="2923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 algn="ctr">
                  <a:defRPr sz="13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rPr lang="en-US" dirty="0"/>
                  <a:t>In Fully Dynamic Streams, Number of updates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US" dirty="0"/>
                  <a:t> Data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>
          <p:sp>
            <p:nvSpPr>
              <p:cNvPr id="38" name="TextBox 56">
                <a:extLst>
                  <a:ext uri="{FF2B5EF4-FFF2-40B4-BE49-F238E27FC236}">
                    <a16:creationId xmlns:a16="http://schemas.microsoft.com/office/drawing/2014/main" id="{54FF006A-E5A3-D921-2BD9-EA7D7193D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79" y="11172212"/>
                <a:ext cx="9029701" cy="292388"/>
              </a:xfrm>
              <a:prstGeom prst="rect">
                <a:avLst/>
              </a:prstGeom>
              <a:blipFill>
                <a:blip r:embed="rId11"/>
                <a:stretch>
                  <a:fillRect t="-2083" b="-1666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42">
                <a:extLst>
                  <a:ext uri="{FF2B5EF4-FFF2-40B4-BE49-F238E27FC236}">
                    <a16:creationId xmlns:a16="http://schemas.microsoft.com/office/drawing/2014/main" id="{255047E1-7ED6-402B-B4BA-C932D266D010}"/>
                  </a:ext>
                </a:extLst>
              </p:cNvPr>
              <p:cNvSpPr txBox="1"/>
              <p:nvPr/>
            </p:nvSpPr>
            <p:spPr>
              <a:xfrm>
                <a:off x="982979" y="12326808"/>
                <a:ext cx="9064534" cy="19956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Arial" panose="020B0604020202020204" pitchFamily="34" charset="0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A randomized mechanism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altLang="zh-CN" dirty="0"/>
                  <a:t> satisfies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</m:oMath>
                </a14:m>
                <a:r>
                  <a:rPr lang="en-US" altLang="zh-CN" dirty="0"/>
                  <a:t>-DP if for any pair of neighboring update sequences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 and any subset of outputs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>
                  <a:lnSpc>
                    <a:spcPct val="120000"/>
                  </a:lnSpc>
                  <a:buSzPct val="100000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US" altLang="zh-CN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 panose="020B0604020202020204" pitchFamily="34" charset="0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Two streams are neighbors if they differ by one timestamp.</a:t>
                </a:r>
              </a:p>
            </p:txBody>
          </p:sp>
        </mc:Choice>
        <mc:Fallback>
          <p:sp>
            <p:nvSpPr>
              <p:cNvPr id="39" name="TextBox 42">
                <a:extLst>
                  <a:ext uri="{FF2B5EF4-FFF2-40B4-BE49-F238E27FC236}">
                    <a16:creationId xmlns:a16="http://schemas.microsoft.com/office/drawing/2014/main" id="{255047E1-7ED6-402B-B4BA-C932D266D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79" y="12326808"/>
                <a:ext cx="9064534" cy="1995675"/>
              </a:xfrm>
              <a:prstGeom prst="rect">
                <a:avLst/>
              </a:prstGeom>
              <a:blipFill>
                <a:blip r:embed="rId12"/>
                <a:stretch>
                  <a:fillRect l="-1143" t="-612" r="-2085" b="-519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6">
                <a:extLst>
                  <a:ext uri="{FF2B5EF4-FFF2-40B4-BE49-F238E27FC236}">
                    <a16:creationId xmlns:a16="http://schemas.microsoft.com/office/drawing/2014/main" id="{97B97D15-F3B4-90F0-E58C-60ACC44337FE}"/>
                  </a:ext>
                </a:extLst>
              </p:cNvPr>
              <p:cNvSpPr txBox="1"/>
              <p:nvPr/>
            </p:nvSpPr>
            <p:spPr>
              <a:xfrm>
                <a:off x="2760985" y="14339090"/>
                <a:ext cx="5508521" cy="73866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: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  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70AD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AD47"/>
                            </a:solidFill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a:rPr lang="en-US" b="0" i="1" smtClean="0">
                            <a:solidFill>
                              <a:srgbClr val="70AD4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41" name="TextBox 46">
                <a:extLst>
                  <a:ext uri="{FF2B5EF4-FFF2-40B4-BE49-F238E27FC236}">
                    <a16:creationId xmlns:a16="http://schemas.microsoft.com/office/drawing/2014/main" id="{97B97D15-F3B4-90F0-E58C-60ACC4433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985" y="14339090"/>
                <a:ext cx="5508521" cy="738664"/>
              </a:xfrm>
              <a:prstGeom prst="rect">
                <a:avLst/>
              </a:prstGeom>
              <a:blipFill>
                <a:blip r:embed="rId13"/>
                <a:stretch>
                  <a:fillRect t="-4959" b="-1570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1A23851B-9DB4-DF70-06C6-7D585C5A95E9}"/>
                  </a:ext>
                </a:extLst>
              </p:cNvPr>
              <p:cNvSpPr txBox="1"/>
              <p:nvPr/>
            </p:nvSpPr>
            <p:spPr>
              <a:xfrm>
                <a:off x="986246" y="15130926"/>
                <a:ext cx="9064534" cy="12203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-DP,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altLang="zh-CN" dirty="0"/>
                  <a:t>-DP.</a:t>
                </a:r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-DP, and any pair of neighbors only affects the output of exactly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r>
                  <a:rPr lang="en-US" altLang="zh-CN" dirty="0"/>
                  <a:t>-DP.</a:t>
                </a:r>
              </a:p>
            </p:txBody>
          </p:sp>
        </mc:Choice>
        <mc:Fallback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1A23851B-9DB4-DF70-06C6-7D585C5A9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15130926"/>
                <a:ext cx="9064534" cy="1220399"/>
              </a:xfrm>
              <a:prstGeom prst="rect">
                <a:avLst/>
              </a:prstGeom>
              <a:blipFill>
                <a:blip r:embed="rId14"/>
                <a:stretch>
                  <a:fillRect l="-1210" t="-39500" b="-9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6">
                <a:extLst>
                  <a:ext uri="{FF2B5EF4-FFF2-40B4-BE49-F238E27FC236}">
                    <a16:creationId xmlns:a16="http://schemas.microsoft.com/office/drawing/2014/main" id="{4F9AF9D7-5A87-90C0-F86D-C3DD0B2A6DEB}"/>
                  </a:ext>
                </a:extLst>
              </p:cNvPr>
              <p:cNvSpPr txBox="1"/>
              <p:nvPr/>
            </p:nvSpPr>
            <p:spPr>
              <a:xfrm>
                <a:off x="986246" y="16858932"/>
                <a:ext cx="9064534" cy="41549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Wingdings" panose="05000000000000000000" pitchFamily="2" charset="2"/>
                  <a:buChar char="n"/>
                </a:pPr>
                <a:r>
                  <a:rPr lang="en-US" altLang="zh-CN" b="1" dirty="0"/>
                  <a:t>Linear Query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is the weight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4" name="TextBox 46">
                <a:extLst>
                  <a:ext uri="{FF2B5EF4-FFF2-40B4-BE49-F238E27FC236}">
                    <a16:creationId xmlns:a16="http://schemas.microsoft.com/office/drawing/2014/main" id="{4F9AF9D7-5A87-90C0-F86D-C3DD0B2A6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16858932"/>
                <a:ext cx="9064534" cy="415498"/>
              </a:xfrm>
              <a:prstGeom prst="rect">
                <a:avLst/>
              </a:prstGeom>
              <a:blipFill>
                <a:blip r:embed="rId15"/>
                <a:stretch>
                  <a:fillRect l="-1210" t="-123529" b="-18970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6" name="表格 45">
                <a:extLst>
                  <a:ext uri="{FF2B5EF4-FFF2-40B4-BE49-F238E27FC236}">
                    <a16:creationId xmlns:a16="http://schemas.microsoft.com/office/drawing/2014/main" id="{7693B1F6-8BDF-15C6-7300-857BF049C4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3018749"/>
                  </p:ext>
                </p:extLst>
              </p:nvPr>
            </p:nvGraphicFramePr>
            <p:xfrm>
              <a:off x="986246" y="17345519"/>
              <a:ext cx="9064533" cy="24984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72653">
                      <a:extLst>
                        <a:ext uri="{9D8B030D-6E8A-4147-A177-3AD203B41FA5}">
                          <a16:colId xmlns:a16="http://schemas.microsoft.com/office/drawing/2014/main" val="393723115"/>
                        </a:ext>
                      </a:extLst>
                    </a:gridCol>
                    <a:gridCol w="3538330">
                      <a:extLst>
                        <a:ext uri="{9D8B030D-6E8A-4147-A177-3AD203B41FA5}">
                          <a16:colId xmlns:a16="http://schemas.microsoft.com/office/drawing/2014/main" val="2435382905"/>
                        </a:ext>
                      </a:extLst>
                    </a:gridCol>
                    <a:gridCol w="3253550">
                      <a:extLst>
                        <a:ext uri="{9D8B030D-6E8A-4147-A177-3AD203B41FA5}">
                          <a16:colId xmlns:a16="http://schemas.microsoft.com/office/drawing/2014/main" val="17411037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b="1" dirty="0"/>
                            <a:t>Query</a:t>
                          </a:r>
                          <a:endParaRPr lang="zh-CN" altLang="en-US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b="1" dirty="0"/>
                            <a:t>SOTA Mechanism</a:t>
                          </a:r>
                          <a:endParaRPr lang="zh-CN" altLang="en-US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b="1" dirty="0"/>
                            <a:t>Static Error</a:t>
                          </a:r>
                          <a:endParaRPr lang="zh-CN" altLang="en-US" sz="21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415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dirty="0"/>
                            <a:t>Basic Counting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1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100" b="0" i="1" baseline="0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dirty="0"/>
                            <a:t>Laplace Mechanism</a:t>
                          </a:r>
                          <a:endParaRPr lang="zh-CN" alt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zh-CN" altLang="en-US" sz="2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2339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dirty="0"/>
                            <a:t>Arbitrary Queries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ℱ</m:t>
                                </m:r>
                              </m:oMath>
                            </m:oMathPara>
                          </a14:m>
                          <a:endParaRPr lang="zh-CN" alt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dirty="0"/>
                            <a:t>Private Multiplicative Weights</a:t>
                          </a:r>
                          <a:endParaRPr lang="zh-CN" alt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CN" sz="2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1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𝑂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en-US" altLang="zh-CN" sz="2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sz="2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begChr m:val="|"/>
                                                    <m:endChr m:val="|"/>
                                                    <m:ctrlP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p>
                                                <m:f>
                                                  <m:fPr>
                                                    <m:ctrlP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sup>
                                            </m:sSup>
                                          </m:e>
                                        </m:d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&gt;0</m:t>
                                        </m:r>
                                      </m:e>
                                      <m:e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CN" sz="2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1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𝑂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en-US" altLang="zh-CN" sz="2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sz="2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begChr m:val="|"/>
                                                    <m:endChr m:val="|"/>
                                                    <m:ctrlP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p>
                                                <m:f>
                                                  <m:fPr>
                                                    <m:ctrlP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altLang="zh-CN" sz="21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den>
                                                </m:f>
                                              </m:sup>
                                            </m:sSup>
                                          </m:e>
                                        </m:d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  <m:r>
                                          <a:rPr lang="en-US" altLang="zh-CN" sz="2100" b="0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CN" sz="2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2465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6" name="表格 45">
                <a:extLst>
                  <a:ext uri="{FF2B5EF4-FFF2-40B4-BE49-F238E27FC236}">
                    <a16:creationId xmlns:a16="http://schemas.microsoft.com/office/drawing/2014/main" id="{7693B1F6-8BDF-15C6-7300-857BF049C4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3018749"/>
                  </p:ext>
                </p:extLst>
              </p:nvPr>
            </p:nvGraphicFramePr>
            <p:xfrm>
              <a:off x="986246" y="17345519"/>
              <a:ext cx="9064533" cy="24984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72653">
                      <a:extLst>
                        <a:ext uri="{9D8B030D-6E8A-4147-A177-3AD203B41FA5}">
                          <a16:colId xmlns:a16="http://schemas.microsoft.com/office/drawing/2014/main" val="393723115"/>
                        </a:ext>
                      </a:extLst>
                    </a:gridCol>
                    <a:gridCol w="3538330">
                      <a:extLst>
                        <a:ext uri="{9D8B030D-6E8A-4147-A177-3AD203B41FA5}">
                          <a16:colId xmlns:a16="http://schemas.microsoft.com/office/drawing/2014/main" val="2435382905"/>
                        </a:ext>
                      </a:extLst>
                    </a:gridCol>
                    <a:gridCol w="3253550">
                      <a:extLst>
                        <a:ext uri="{9D8B030D-6E8A-4147-A177-3AD203B41FA5}">
                          <a16:colId xmlns:a16="http://schemas.microsoft.com/office/drawing/2014/main" val="1741103722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b="1" dirty="0"/>
                            <a:t>Query</a:t>
                          </a:r>
                          <a:endParaRPr lang="zh-CN" altLang="en-US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b="1" dirty="0"/>
                            <a:t>SOTA Mechanism</a:t>
                          </a:r>
                          <a:endParaRPr lang="zh-CN" altLang="en-US" sz="2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b="1" dirty="0"/>
                            <a:t>Static Error</a:t>
                          </a:r>
                          <a:endParaRPr lang="zh-CN" altLang="en-US" sz="21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415458"/>
                      </a:ext>
                    </a:extLst>
                  </a:tr>
                  <a:tr h="8105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268" t="-55639" r="-299464" b="-159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dirty="0"/>
                            <a:t>Laplace Mechanism</a:t>
                          </a:r>
                          <a:endParaRPr lang="zh-CN" alt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178839" t="-55639" r="-375" b="-1593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2339248"/>
                      </a:ext>
                    </a:extLst>
                  </a:tr>
                  <a:tr h="127647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268" t="-98571" r="-299464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100" dirty="0"/>
                            <a:t>Private Multiplicative Weights</a:t>
                          </a:r>
                          <a:endParaRPr lang="zh-CN" altLang="en-US" sz="2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178839" t="-98571" r="-375" b="-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2465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56">
                <a:extLst>
                  <a:ext uri="{FF2B5EF4-FFF2-40B4-BE49-F238E27FC236}">
                    <a16:creationId xmlns:a16="http://schemas.microsoft.com/office/drawing/2014/main" id="{228BDC1D-2C4F-DB44-012C-4E7F1DC225D7}"/>
                  </a:ext>
                </a:extLst>
              </p:cNvPr>
              <p:cNvSpPr txBox="1"/>
              <p:nvPr/>
            </p:nvSpPr>
            <p:spPr>
              <a:xfrm>
                <a:off x="1049923" y="19966703"/>
                <a:ext cx="9029701" cy="2973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 algn="ctr">
                  <a:defRPr sz="13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suppresses dependencies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and polylogarithmic terms</a:t>
                </a:r>
                <a:endParaRPr dirty="0"/>
              </a:p>
            </p:txBody>
          </p:sp>
        </mc:Choice>
        <mc:Fallback>
          <p:sp>
            <p:nvSpPr>
              <p:cNvPr id="47" name="TextBox 56">
                <a:extLst>
                  <a:ext uri="{FF2B5EF4-FFF2-40B4-BE49-F238E27FC236}">
                    <a16:creationId xmlns:a16="http://schemas.microsoft.com/office/drawing/2014/main" id="{228BDC1D-2C4F-DB44-012C-4E7F1DC2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23" y="19966703"/>
                <a:ext cx="9029701" cy="297325"/>
              </a:xfrm>
              <a:prstGeom prst="rect">
                <a:avLst/>
              </a:prstGeom>
              <a:blipFill>
                <a:blip r:embed="rId17"/>
                <a:stretch>
                  <a:fillRect t="-6122" b="-1632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6">
            <a:extLst>
              <a:ext uri="{FF2B5EF4-FFF2-40B4-BE49-F238E27FC236}">
                <a16:creationId xmlns:a16="http://schemas.microsoft.com/office/drawing/2014/main" id="{282E0A34-6C29-C93C-75D3-A66FA843CEF7}"/>
              </a:ext>
            </a:extLst>
          </p:cNvPr>
          <p:cNvSpPr txBox="1"/>
          <p:nvPr/>
        </p:nvSpPr>
        <p:spPr>
          <a:xfrm>
            <a:off x="11880668" y="5965798"/>
            <a:ext cx="9064534" cy="415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b="1" dirty="0"/>
              <a:t>Binary Tree Mechanism</a:t>
            </a:r>
            <a:r>
              <a:rPr lang="en-US" altLang="zh-CN" dirty="0"/>
              <a:t>: STOA for Insertion-only Streams</a:t>
            </a:r>
            <a:endParaRPr dirty="0"/>
          </a:p>
        </p:txBody>
      </p:sp>
      <p:grpSp>
        <p:nvGrpSpPr>
          <p:cNvPr id="1160" name="组合 1159">
            <a:extLst>
              <a:ext uri="{FF2B5EF4-FFF2-40B4-BE49-F238E27FC236}">
                <a16:creationId xmlns:a16="http://schemas.microsoft.com/office/drawing/2014/main" id="{DA2D881A-B62A-1231-FB24-63D4EB111045}"/>
              </a:ext>
            </a:extLst>
          </p:cNvPr>
          <p:cNvGrpSpPr/>
          <p:nvPr/>
        </p:nvGrpSpPr>
        <p:grpSpPr>
          <a:xfrm>
            <a:off x="12915746" y="6621926"/>
            <a:ext cx="6606694" cy="3850068"/>
            <a:chOff x="12915746" y="9581696"/>
            <a:chExt cx="6606694" cy="38500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A2E6C35A-78F5-7B90-07EA-8C985AE329B8}"/>
                    </a:ext>
                  </a:extLst>
                </p:cNvPr>
                <p:cNvSpPr/>
                <p:nvPr/>
              </p:nvSpPr>
              <p:spPr>
                <a:xfrm>
                  <a:off x="13118332" y="11884817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A2E6C35A-78F5-7B90-07EA-8C985AE329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18332" y="11884817"/>
                  <a:ext cx="409350" cy="401051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9" name="矩形: 圆角 1048">
              <a:extLst>
                <a:ext uri="{FF2B5EF4-FFF2-40B4-BE49-F238E27FC236}">
                  <a16:creationId xmlns:a16="http://schemas.microsoft.com/office/drawing/2014/main" id="{FC07B53B-1431-B9CD-1C2D-D06589E2D668}"/>
                </a:ext>
              </a:extLst>
            </p:cNvPr>
            <p:cNvSpPr/>
            <p:nvPr/>
          </p:nvSpPr>
          <p:spPr>
            <a:xfrm>
              <a:off x="13180153" y="12513147"/>
              <a:ext cx="285708" cy="42719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1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50" name="矩形: 圆角 1049">
              <a:extLst>
                <a:ext uri="{FF2B5EF4-FFF2-40B4-BE49-F238E27FC236}">
                  <a16:creationId xmlns:a16="http://schemas.microsoft.com/office/drawing/2014/main" id="{C4E8636A-CE1A-3D1E-1787-5B10E9D0C7BA}"/>
                </a:ext>
              </a:extLst>
            </p:cNvPr>
            <p:cNvSpPr/>
            <p:nvPr/>
          </p:nvSpPr>
          <p:spPr>
            <a:xfrm>
              <a:off x="18580153" y="12513147"/>
              <a:ext cx="285708" cy="427194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8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51" name="矩形: 圆角 1050">
              <a:extLst>
                <a:ext uri="{FF2B5EF4-FFF2-40B4-BE49-F238E27FC236}">
                  <a16:creationId xmlns:a16="http://schemas.microsoft.com/office/drawing/2014/main" id="{0729E466-4236-D913-84BA-759B7C12154E}"/>
                </a:ext>
              </a:extLst>
            </p:cNvPr>
            <p:cNvSpPr/>
            <p:nvPr/>
          </p:nvSpPr>
          <p:spPr>
            <a:xfrm>
              <a:off x="13951582" y="12513147"/>
              <a:ext cx="285708" cy="42719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dirty="0"/>
                <a:t>2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52" name="矩形: 圆角 1051">
              <a:extLst>
                <a:ext uri="{FF2B5EF4-FFF2-40B4-BE49-F238E27FC236}">
                  <a16:creationId xmlns:a16="http://schemas.microsoft.com/office/drawing/2014/main" id="{F0D70C2A-4969-D837-CF8C-27A3110ED2F2}"/>
                </a:ext>
              </a:extLst>
            </p:cNvPr>
            <p:cNvSpPr/>
            <p:nvPr/>
          </p:nvSpPr>
          <p:spPr>
            <a:xfrm>
              <a:off x="17808727" y="12513147"/>
              <a:ext cx="285708" cy="42719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7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53" name="矩形: 圆角 1052">
              <a:extLst>
                <a:ext uri="{FF2B5EF4-FFF2-40B4-BE49-F238E27FC236}">
                  <a16:creationId xmlns:a16="http://schemas.microsoft.com/office/drawing/2014/main" id="{E5260848-A376-AE12-DCD9-A8B70C8F6CA8}"/>
                </a:ext>
              </a:extLst>
            </p:cNvPr>
            <p:cNvSpPr/>
            <p:nvPr/>
          </p:nvSpPr>
          <p:spPr>
            <a:xfrm>
              <a:off x="14723011" y="12513147"/>
              <a:ext cx="285708" cy="42719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3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54" name="矩形: 圆角 1053">
              <a:extLst>
                <a:ext uri="{FF2B5EF4-FFF2-40B4-BE49-F238E27FC236}">
                  <a16:creationId xmlns:a16="http://schemas.microsoft.com/office/drawing/2014/main" id="{8EACBC1D-7852-1A91-2954-73020D82BD2E}"/>
                </a:ext>
              </a:extLst>
            </p:cNvPr>
            <p:cNvSpPr/>
            <p:nvPr/>
          </p:nvSpPr>
          <p:spPr>
            <a:xfrm>
              <a:off x="17037298" y="12513147"/>
              <a:ext cx="285708" cy="42719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6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55" name="矩形: 圆角 1054">
              <a:extLst>
                <a:ext uri="{FF2B5EF4-FFF2-40B4-BE49-F238E27FC236}">
                  <a16:creationId xmlns:a16="http://schemas.microsoft.com/office/drawing/2014/main" id="{7EAF7119-2B57-B697-4F8A-B8DECD3E7038}"/>
                </a:ext>
              </a:extLst>
            </p:cNvPr>
            <p:cNvSpPr/>
            <p:nvPr/>
          </p:nvSpPr>
          <p:spPr>
            <a:xfrm>
              <a:off x="15494440" y="12513147"/>
              <a:ext cx="285708" cy="42719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4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56" name="矩形: 圆角 1055">
              <a:extLst>
                <a:ext uri="{FF2B5EF4-FFF2-40B4-BE49-F238E27FC236}">
                  <a16:creationId xmlns:a16="http://schemas.microsoft.com/office/drawing/2014/main" id="{840DAD55-AEFA-D7C5-3AA9-04A66E7DF815}"/>
                </a:ext>
              </a:extLst>
            </p:cNvPr>
            <p:cNvSpPr/>
            <p:nvPr/>
          </p:nvSpPr>
          <p:spPr>
            <a:xfrm>
              <a:off x="16265869" y="12513147"/>
              <a:ext cx="285708" cy="42719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5</a:t>
              </a:r>
              <a:endPara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7" name="椭圆 1056">
                  <a:extLst>
                    <a:ext uri="{FF2B5EF4-FFF2-40B4-BE49-F238E27FC236}">
                      <a16:creationId xmlns:a16="http://schemas.microsoft.com/office/drawing/2014/main" id="{0702563E-FB09-B641-4309-04AD45626353}"/>
                    </a:ext>
                  </a:extLst>
                </p:cNvPr>
                <p:cNvSpPr/>
                <p:nvPr/>
              </p:nvSpPr>
              <p:spPr>
                <a:xfrm>
                  <a:off x="18518332" y="11884817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8,8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57" name="椭圆 1056">
                  <a:extLst>
                    <a:ext uri="{FF2B5EF4-FFF2-40B4-BE49-F238E27FC236}">
                      <a16:creationId xmlns:a16="http://schemas.microsoft.com/office/drawing/2014/main" id="{0702563E-FB09-B641-4309-04AD456263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8332" y="11884817"/>
                  <a:ext cx="409350" cy="401051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8" name="椭圆 1057">
                  <a:extLst>
                    <a:ext uri="{FF2B5EF4-FFF2-40B4-BE49-F238E27FC236}">
                      <a16:creationId xmlns:a16="http://schemas.microsoft.com/office/drawing/2014/main" id="{0C41DE6A-E063-A37D-16C2-12D4E1F82FD8}"/>
                    </a:ext>
                  </a:extLst>
                </p:cNvPr>
                <p:cNvSpPr/>
                <p:nvPr/>
              </p:nvSpPr>
              <p:spPr>
                <a:xfrm>
                  <a:off x="13889761" y="11884817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58" name="椭圆 1057">
                  <a:extLst>
                    <a:ext uri="{FF2B5EF4-FFF2-40B4-BE49-F238E27FC236}">
                      <a16:creationId xmlns:a16="http://schemas.microsoft.com/office/drawing/2014/main" id="{0C41DE6A-E063-A37D-16C2-12D4E1F82F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89761" y="11884817"/>
                  <a:ext cx="409350" cy="401051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9" name="椭圆 1058">
                  <a:extLst>
                    <a:ext uri="{FF2B5EF4-FFF2-40B4-BE49-F238E27FC236}">
                      <a16:creationId xmlns:a16="http://schemas.microsoft.com/office/drawing/2014/main" id="{F2C8ACB3-DB20-675B-5C20-DB46E89DA822}"/>
                    </a:ext>
                  </a:extLst>
                </p:cNvPr>
                <p:cNvSpPr/>
                <p:nvPr/>
              </p:nvSpPr>
              <p:spPr>
                <a:xfrm>
                  <a:off x="17746906" y="11884817"/>
                  <a:ext cx="409350" cy="40105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7,7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59" name="椭圆 1058">
                  <a:extLst>
                    <a:ext uri="{FF2B5EF4-FFF2-40B4-BE49-F238E27FC236}">
                      <a16:creationId xmlns:a16="http://schemas.microsoft.com/office/drawing/2014/main" id="{F2C8ACB3-DB20-675B-5C20-DB46E89DA8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46906" y="11884817"/>
                  <a:ext cx="409350" cy="401051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0" name="椭圆 1059">
                  <a:extLst>
                    <a:ext uri="{FF2B5EF4-FFF2-40B4-BE49-F238E27FC236}">
                      <a16:creationId xmlns:a16="http://schemas.microsoft.com/office/drawing/2014/main" id="{111C357A-AF1A-B21A-22AE-597142AE56E0}"/>
                    </a:ext>
                  </a:extLst>
                </p:cNvPr>
                <p:cNvSpPr/>
                <p:nvPr/>
              </p:nvSpPr>
              <p:spPr>
                <a:xfrm>
                  <a:off x="14661190" y="11884817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60" name="椭圆 1059">
                  <a:extLst>
                    <a:ext uri="{FF2B5EF4-FFF2-40B4-BE49-F238E27FC236}">
                      <a16:creationId xmlns:a16="http://schemas.microsoft.com/office/drawing/2014/main" id="{111C357A-AF1A-B21A-22AE-597142AE56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61190" y="11884817"/>
                  <a:ext cx="409350" cy="401051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1" name="椭圆 1060">
                  <a:extLst>
                    <a:ext uri="{FF2B5EF4-FFF2-40B4-BE49-F238E27FC236}">
                      <a16:creationId xmlns:a16="http://schemas.microsoft.com/office/drawing/2014/main" id="{D2D16CC4-B1AD-CD3D-5C60-83B57A870FC9}"/>
                    </a:ext>
                  </a:extLst>
                </p:cNvPr>
                <p:cNvSpPr/>
                <p:nvPr/>
              </p:nvSpPr>
              <p:spPr>
                <a:xfrm>
                  <a:off x="16975477" y="11884817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6,6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61" name="椭圆 1060">
                  <a:extLst>
                    <a:ext uri="{FF2B5EF4-FFF2-40B4-BE49-F238E27FC236}">
                      <a16:creationId xmlns:a16="http://schemas.microsoft.com/office/drawing/2014/main" id="{D2D16CC4-B1AD-CD3D-5C60-83B57A870F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75477" y="11884817"/>
                  <a:ext cx="409350" cy="401051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2" name="椭圆 1061">
                  <a:extLst>
                    <a:ext uri="{FF2B5EF4-FFF2-40B4-BE49-F238E27FC236}">
                      <a16:creationId xmlns:a16="http://schemas.microsoft.com/office/drawing/2014/main" id="{E49F751A-ADAA-97B8-A829-662C89FE3F7A}"/>
                    </a:ext>
                  </a:extLst>
                </p:cNvPr>
                <p:cNvSpPr/>
                <p:nvPr/>
              </p:nvSpPr>
              <p:spPr>
                <a:xfrm>
                  <a:off x="15432619" y="11884817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62" name="椭圆 1061">
                  <a:extLst>
                    <a:ext uri="{FF2B5EF4-FFF2-40B4-BE49-F238E27FC236}">
                      <a16:creationId xmlns:a16="http://schemas.microsoft.com/office/drawing/2014/main" id="{E49F751A-ADAA-97B8-A829-662C89FE3F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2619" y="11884817"/>
                  <a:ext cx="409350" cy="401051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3" name="椭圆 1062">
                  <a:extLst>
                    <a:ext uri="{FF2B5EF4-FFF2-40B4-BE49-F238E27FC236}">
                      <a16:creationId xmlns:a16="http://schemas.microsoft.com/office/drawing/2014/main" id="{68978B34-746D-9E7F-68E0-FB4A471BEFA6}"/>
                    </a:ext>
                  </a:extLst>
                </p:cNvPr>
                <p:cNvSpPr/>
                <p:nvPr/>
              </p:nvSpPr>
              <p:spPr>
                <a:xfrm>
                  <a:off x="16204048" y="11884817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5,5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63" name="椭圆 1062">
                  <a:extLst>
                    <a:ext uri="{FF2B5EF4-FFF2-40B4-BE49-F238E27FC236}">
                      <a16:creationId xmlns:a16="http://schemas.microsoft.com/office/drawing/2014/main" id="{68978B34-746D-9E7F-68E0-FB4A471BEF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048" y="11884817"/>
                  <a:ext cx="409350" cy="401051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4" name="椭圆 1063">
                  <a:extLst>
                    <a:ext uri="{FF2B5EF4-FFF2-40B4-BE49-F238E27FC236}">
                      <a16:creationId xmlns:a16="http://schemas.microsoft.com/office/drawing/2014/main" id="{B19E495B-E313-B98B-7DA3-F04FA1869605}"/>
                    </a:ext>
                  </a:extLst>
                </p:cNvPr>
                <p:cNvSpPr/>
                <p:nvPr/>
              </p:nvSpPr>
              <p:spPr>
                <a:xfrm>
                  <a:off x="13527682" y="11145493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64" name="椭圆 1063">
                  <a:extLst>
                    <a:ext uri="{FF2B5EF4-FFF2-40B4-BE49-F238E27FC236}">
                      <a16:creationId xmlns:a16="http://schemas.microsoft.com/office/drawing/2014/main" id="{B19E495B-E313-B98B-7DA3-F04FA18696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27682" y="11145493"/>
                  <a:ext cx="409350" cy="401051"/>
                </a:xfrm>
                <a:prstGeom prst="ellipse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7" name="椭圆 1066">
                  <a:extLst>
                    <a:ext uri="{FF2B5EF4-FFF2-40B4-BE49-F238E27FC236}">
                      <a16:creationId xmlns:a16="http://schemas.microsoft.com/office/drawing/2014/main" id="{B1A389E1-FB21-5ED9-CF26-7D8566181747}"/>
                    </a:ext>
                  </a:extLst>
                </p:cNvPr>
                <p:cNvSpPr/>
                <p:nvPr/>
              </p:nvSpPr>
              <p:spPr>
                <a:xfrm>
                  <a:off x="18156256" y="11145493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7,8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67" name="椭圆 1066">
                  <a:extLst>
                    <a:ext uri="{FF2B5EF4-FFF2-40B4-BE49-F238E27FC236}">
                      <a16:creationId xmlns:a16="http://schemas.microsoft.com/office/drawing/2014/main" id="{B1A389E1-FB21-5ED9-CF26-7D85661817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56256" y="11145493"/>
                  <a:ext cx="409350" cy="401051"/>
                </a:xfrm>
                <a:prstGeom prst="ellipse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8" name="椭圆 1067">
                  <a:extLst>
                    <a:ext uri="{FF2B5EF4-FFF2-40B4-BE49-F238E27FC236}">
                      <a16:creationId xmlns:a16="http://schemas.microsoft.com/office/drawing/2014/main" id="{04F53C17-CD4E-9E71-9804-056705D6E53C}"/>
                    </a:ext>
                  </a:extLst>
                </p:cNvPr>
                <p:cNvSpPr/>
                <p:nvPr/>
              </p:nvSpPr>
              <p:spPr>
                <a:xfrm>
                  <a:off x="15070540" y="11145493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68" name="椭圆 1067">
                  <a:extLst>
                    <a:ext uri="{FF2B5EF4-FFF2-40B4-BE49-F238E27FC236}">
                      <a16:creationId xmlns:a16="http://schemas.microsoft.com/office/drawing/2014/main" id="{04F53C17-CD4E-9E71-9804-056705D6E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70540" y="11145493"/>
                  <a:ext cx="409350" cy="401051"/>
                </a:xfrm>
                <a:prstGeom prst="ellipse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1" name="椭圆 1070">
                  <a:extLst>
                    <a:ext uri="{FF2B5EF4-FFF2-40B4-BE49-F238E27FC236}">
                      <a16:creationId xmlns:a16="http://schemas.microsoft.com/office/drawing/2014/main" id="{E633BDC8-3229-BC67-C543-78DC4B54350C}"/>
                    </a:ext>
                  </a:extLst>
                </p:cNvPr>
                <p:cNvSpPr/>
                <p:nvPr/>
              </p:nvSpPr>
              <p:spPr>
                <a:xfrm>
                  <a:off x="16613398" y="11145493"/>
                  <a:ext cx="409350" cy="40105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5,6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71" name="椭圆 1070">
                  <a:extLst>
                    <a:ext uri="{FF2B5EF4-FFF2-40B4-BE49-F238E27FC236}">
                      <a16:creationId xmlns:a16="http://schemas.microsoft.com/office/drawing/2014/main" id="{E633BDC8-3229-BC67-C543-78DC4B5435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13398" y="11145493"/>
                  <a:ext cx="409350" cy="401051"/>
                </a:xfrm>
                <a:prstGeom prst="ellipse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2" name="椭圆 1071">
                  <a:extLst>
                    <a:ext uri="{FF2B5EF4-FFF2-40B4-BE49-F238E27FC236}">
                      <a16:creationId xmlns:a16="http://schemas.microsoft.com/office/drawing/2014/main" id="{6E9F5C89-ABDF-7C58-CD89-207BF91D570B}"/>
                    </a:ext>
                  </a:extLst>
                </p:cNvPr>
                <p:cNvSpPr/>
                <p:nvPr/>
              </p:nvSpPr>
              <p:spPr>
                <a:xfrm>
                  <a:off x="14299111" y="10357479"/>
                  <a:ext cx="409350" cy="40105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1,4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72" name="椭圆 1071">
                  <a:extLst>
                    <a:ext uri="{FF2B5EF4-FFF2-40B4-BE49-F238E27FC236}">
                      <a16:creationId xmlns:a16="http://schemas.microsoft.com/office/drawing/2014/main" id="{6E9F5C89-ABDF-7C58-CD89-207BF91D57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99111" y="10357479"/>
                  <a:ext cx="409350" cy="401051"/>
                </a:xfrm>
                <a:prstGeom prst="ellipse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4" name="椭圆 1073">
                  <a:extLst>
                    <a:ext uri="{FF2B5EF4-FFF2-40B4-BE49-F238E27FC236}">
                      <a16:creationId xmlns:a16="http://schemas.microsoft.com/office/drawing/2014/main" id="{9C5516B1-4ACF-447B-A8F9-D90E5FA82E9A}"/>
                    </a:ext>
                  </a:extLst>
                </p:cNvPr>
                <p:cNvSpPr/>
                <p:nvPr/>
              </p:nvSpPr>
              <p:spPr>
                <a:xfrm>
                  <a:off x="15841969" y="9716129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1,8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74" name="椭圆 1073">
                  <a:extLst>
                    <a:ext uri="{FF2B5EF4-FFF2-40B4-BE49-F238E27FC236}">
                      <a16:creationId xmlns:a16="http://schemas.microsoft.com/office/drawing/2014/main" id="{9C5516B1-4ACF-447B-A8F9-D90E5FA82E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1969" y="9716129"/>
                  <a:ext cx="409350" cy="401051"/>
                </a:xfrm>
                <a:prstGeom prst="ellipse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5" name="椭圆 1074">
                  <a:extLst>
                    <a:ext uri="{FF2B5EF4-FFF2-40B4-BE49-F238E27FC236}">
                      <a16:creationId xmlns:a16="http://schemas.microsoft.com/office/drawing/2014/main" id="{77B61575-3355-CC72-6312-1B85B038828E}"/>
                    </a:ext>
                  </a:extLst>
                </p:cNvPr>
                <p:cNvSpPr/>
                <p:nvPr/>
              </p:nvSpPr>
              <p:spPr>
                <a:xfrm>
                  <a:off x="17384827" y="10357479"/>
                  <a:ext cx="409350" cy="40105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kumimoji="0" lang="en-US" altLang="zh-CN" sz="1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5,8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>
            <p:sp>
              <p:nvSpPr>
                <p:cNvPr id="1075" name="椭圆 1074">
                  <a:extLst>
                    <a:ext uri="{FF2B5EF4-FFF2-40B4-BE49-F238E27FC236}">
                      <a16:creationId xmlns:a16="http://schemas.microsoft.com/office/drawing/2014/main" id="{77B61575-3355-CC72-6312-1B85B03882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4827" y="10357479"/>
                  <a:ext cx="409350" cy="401051"/>
                </a:xfrm>
                <a:prstGeom prst="ellipse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7" name="直接连接符 1076">
              <a:extLst>
                <a:ext uri="{FF2B5EF4-FFF2-40B4-BE49-F238E27FC236}">
                  <a16:creationId xmlns:a16="http://schemas.microsoft.com/office/drawing/2014/main" id="{40514865-9E56-A2ED-16F2-8A190C461C94}"/>
                </a:ext>
              </a:extLst>
            </p:cNvPr>
            <p:cNvCxnSpPr>
              <a:stCxn id="1049" idx="0"/>
              <a:endCxn id="53" idx="4"/>
            </p:cNvCxnSpPr>
            <p:nvPr/>
          </p:nvCxnSpPr>
          <p:spPr>
            <a:xfrm flipV="1">
              <a:off x="13323007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79" name="直接连接符 1078">
              <a:extLst>
                <a:ext uri="{FF2B5EF4-FFF2-40B4-BE49-F238E27FC236}">
                  <a16:creationId xmlns:a16="http://schemas.microsoft.com/office/drawing/2014/main" id="{6F7A9FBA-1B94-CD80-656F-63A966E1A13E}"/>
                </a:ext>
              </a:extLst>
            </p:cNvPr>
            <p:cNvCxnSpPr>
              <a:stCxn id="1051" idx="0"/>
              <a:endCxn id="1058" idx="4"/>
            </p:cNvCxnSpPr>
            <p:nvPr/>
          </p:nvCxnSpPr>
          <p:spPr>
            <a:xfrm flipV="1">
              <a:off x="14094436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80" name="直接连接符 1079">
              <a:extLst>
                <a:ext uri="{FF2B5EF4-FFF2-40B4-BE49-F238E27FC236}">
                  <a16:creationId xmlns:a16="http://schemas.microsoft.com/office/drawing/2014/main" id="{90170B75-8D70-26E4-D511-F1C3FBA888A3}"/>
                </a:ext>
              </a:extLst>
            </p:cNvPr>
            <p:cNvCxnSpPr>
              <a:cxnSpLocks/>
              <a:stCxn id="1053" idx="0"/>
              <a:endCxn id="1060" idx="4"/>
            </p:cNvCxnSpPr>
            <p:nvPr/>
          </p:nvCxnSpPr>
          <p:spPr>
            <a:xfrm flipV="1">
              <a:off x="14865865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83" name="直接连接符 1082">
              <a:extLst>
                <a:ext uri="{FF2B5EF4-FFF2-40B4-BE49-F238E27FC236}">
                  <a16:creationId xmlns:a16="http://schemas.microsoft.com/office/drawing/2014/main" id="{A07A67C0-565A-D7DA-D435-0F549EA8F461}"/>
                </a:ext>
              </a:extLst>
            </p:cNvPr>
            <p:cNvCxnSpPr>
              <a:cxnSpLocks/>
              <a:stCxn id="1055" idx="0"/>
              <a:endCxn id="1062" idx="4"/>
            </p:cNvCxnSpPr>
            <p:nvPr/>
          </p:nvCxnSpPr>
          <p:spPr>
            <a:xfrm flipV="1">
              <a:off x="15637294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86" name="直接连接符 1085">
              <a:extLst>
                <a:ext uri="{FF2B5EF4-FFF2-40B4-BE49-F238E27FC236}">
                  <a16:creationId xmlns:a16="http://schemas.microsoft.com/office/drawing/2014/main" id="{60754343-7FB7-9368-54DE-27C7EA88A311}"/>
                </a:ext>
              </a:extLst>
            </p:cNvPr>
            <p:cNvCxnSpPr>
              <a:cxnSpLocks/>
              <a:stCxn id="1056" idx="0"/>
              <a:endCxn id="1063" idx="4"/>
            </p:cNvCxnSpPr>
            <p:nvPr/>
          </p:nvCxnSpPr>
          <p:spPr>
            <a:xfrm flipV="1">
              <a:off x="16408723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89" name="直接连接符 1088">
              <a:extLst>
                <a:ext uri="{FF2B5EF4-FFF2-40B4-BE49-F238E27FC236}">
                  <a16:creationId xmlns:a16="http://schemas.microsoft.com/office/drawing/2014/main" id="{135C1438-36D7-9363-716E-E7DC87F87925}"/>
                </a:ext>
              </a:extLst>
            </p:cNvPr>
            <p:cNvCxnSpPr>
              <a:cxnSpLocks/>
              <a:stCxn id="1054" idx="0"/>
              <a:endCxn id="1061" idx="4"/>
            </p:cNvCxnSpPr>
            <p:nvPr/>
          </p:nvCxnSpPr>
          <p:spPr>
            <a:xfrm flipV="1">
              <a:off x="17180152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92" name="直接连接符 1091">
              <a:extLst>
                <a:ext uri="{FF2B5EF4-FFF2-40B4-BE49-F238E27FC236}">
                  <a16:creationId xmlns:a16="http://schemas.microsoft.com/office/drawing/2014/main" id="{959DBD56-DFDF-1D05-402C-E9B17FB88C8C}"/>
                </a:ext>
              </a:extLst>
            </p:cNvPr>
            <p:cNvCxnSpPr>
              <a:cxnSpLocks/>
              <a:stCxn id="1052" idx="0"/>
              <a:endCxn id="1059" idx="4"/>
            </p:cNvCxnSpPr>
            <p:nvPr/>
          </p:nvCxnSpPr>
          <p:spPr>
            <a:xfrm flipV="1">
              <a:off x="17951581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96" name="直接连接符 1095">
              <a:extLst>
                <a:ext uri="{FF2B5EF4-FFF2-40B4-BE49-F238E27FC236}">
                  <a16:creationId xmlns:a16="http://schemas.microsoft.com/office/drawing/2014/main" id="{0DE300A3-7F90-2113-5BC1-3155BF4D86CA}"/>
                </a:ext>
              </a:extLst>
            </p:cNvPr>
            <p:cNvCxnSpPr>
              <a:cxnSpLocks/>
              <a:stCxn id="1050" idx="0"/>
              <a:endCxn id="1057" idx="4"/>
            </p:cNvCxnSpPr>
            <p:nvPr/>
          </p:nvCxnSpPr>
          <p:spPr>
            <a:xfrm flipV="1">
              <a:off x="18723007" y="12285868"/>
              <a:ext cx="0" cy="227279"/>
            </a:xfrm>
            <a:prstGeom prst="line">
              <a:avLst/>
            </a:prstGeom>
            <a:noFill/>
            <a:ln w="12700" cap="flat">
              <a:solidFill>
                <a:schemeClr val="bg2"/>
              </a:solidFill>
              <a:prstDash val="sysDot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99" name="直接连接符 1098">
              <a:extLst>
                <a:ext uri="{FF2B5EF4-FFF2-40B4-BE49-F238E27FC236}">
                  <a16:creationId xmlns:a16="http://schemas.microsoft.com/office/drawing/2014/main" id="{8F84FB68-5991-7086-FC22-0CC735DCBBBB}"/>
                </a:ext>
              </a:extLst>
            </p:cNvPr>
            <p:cNvCxnSpPr>
              <a:cxnSpLocks/>
              <a:stCxn id="53" idx="0"/>
              <a:endCxn id="1064" idx="3"/>
            </p:cNvCxnSpPr>
            <p:nvPr/>
          </p:nvCxnSpPr>
          <p:spPr>
            <a:xfrm flipV="1">
              <a:off x="13323007" y="11487811"/>
              <a:ext cx="264623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02" name="直接连接符 1101">
              <a:extLst>
                <a:ext uri="{FF2B5EF4-FFF2-40B4-BE49-F238E27FC236}">
                  <a16:creationId xmlns:a16="http://schemas.microsoft.com/office/drawing/2014/main" id="{294C3123-7BA2-501A-3673-79D9DF9B5497}"/>
                </a:ext>
              </a:extLst>
            </p:cNvPr>
            <p:cNvCxnSpPr>
              <a:cxnSpLocks/>
              <a:stCxn id="1058" idx="0"/>
              <a:endCxn id="1064" idx="5"/>
            </p:cNvCxnSpPr>
            <p:nvPr/>
          </p:nvCxnSpPr>
          <p:spPr>
            <a:xfrm flipH="1" flipV="1">
              <a:off x="13877084" y="11487811"/>
              <a:ext cx="217352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05" name="直接连接符 1104">
              <a:extLst>
                <a:ext uri="{FF2B5EF4-FFF2-40B4-BE49-F238E27FC236}">
                  <a16:creationId xmlns:a16="http://schemas.microsoft.com/office/drawing/2014/main" id="{C40E1370-2A8D-00C4-166E-3B8B5B722F4A}"/>
                </a:ext>
              </a:extLst>
            </p:cNvPr>
            <p:cNvCxnSpPr>
              <a:cxnSpLocks/>
              <a:stCxn id="1060" idx="0"/>
              <a:endCxn id="1068" idx="3"/>
            </p:cNvCxnSpPr>
            <p:nvPr/>
          </p:nvCxnSpPr>
          <p:spPr>
            <a:xfrm flipV="1">
              <a:off x="14865865" y="11487811"/>
              <a:ext cx="264623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09" name="直接连接符 1108">
              <a:extLst>
                <a:ext uri="{FF2B5EF4-FFF2-40B4-BE49-F238E27FC236}">
                  <a16:creationId xmlns:a16="http://schemas.microsoft.com/office/drawing/2014/main" id="{05406545-E6F0-D138-C564-A92B6CA8C9C7}"/>
                </a:ext>
              </a:extLst>
            </p:cNvPr>
            <p:cNvCxnSpPr>
              <a:cxnSpLocks/>
              <a:stCxn id="1062" idx="0"/>
              <a:endCxn id="1068" idx="5"/>
            </p:cNvCxnSpPr>
            <p:nvPr/>
          </p:nvCxnSpPr>
          <p:spPr>
            <a:xfrm flipH="1" flipV="1">
              <a:off x="15419942" y="11487811"/>
              <a:ext cx="217352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12" name="直接连接符 1111">
              <a:extLst>
                <a:ext uri="{FF2B5EF4-FFF2-40B4-BE49-F238E27FC236}">
                  <a16:creationId xmlns:a16="http://schemas.microsoft.com/office/drawing/2014/main" id="{67112A6F-2D8E-F66F-C051-7A3358FD1152}"/>
                </a:ext>
              </a:extLst>
            </p:cNvPr>
            <p:cNvCxnSpPr>
              <a:cxnSpLocks/>
              <a:stCxn id="1063" idx="0"/>
              <a:endCxn id="1071" idx="3"/>
            </p:cNvCxnSpPr>
            <p:nvPr/>
          </p:nvCxnSpPr>
          <p:spPr>
            <a:xfrm flipV="1">
              <a:off x="16408723" y="11487811"/>
              <a:ext cx="264623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15" name="直接连接符 1114">
              <a:extLst>
                <a:ext uri="{FF2B5EF4-FFF2-40B4-BE49-F238E27FC236}">
                  <a16:creationId xmlns:a16="http://schemas.microsoft.com/office/drawing/2014/main" id="{ABED7735-D294-9C7F-57BF-273B037B8D01}"/>
                </a:ext>
              </a:extLst>
            </p:cNvPr>
            <p:cNvCxnSpPr>
              <a:cxnSpLocks/>
              <a:stCxn id="1061" idx="0"/>
              <a:endCxn id="1071" idx="5"/>
            </p:cNvCxnSpPr>
            <p:nvPr/>
          </p:nvCxnSpPr>
          <p:spPr>
            <a:xfrm flipH="1" flipV="1">
              <a:off x="16962800" y="11487811"/>
              <a:ext cx="217352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18" name="直接连接符 1117">
              <a:extLst>
                <a:ext uri="{FF2B5EF4-FFF2-40B4-BE49-F238E27FC236}">
                  <a16:creationId xmlns:a16="http://schemas.microsoft.com/office/drawing/2014/main" id="{D1E65E85-921C-F7FC-E977-C6AFEA1B8535}"/>
                </a:ext>
              </a:extLst>
            </p:cNvPr>
            <p:cNvCxnSpPr>
              <a:cxnSpLocks/>
              <a:stCxn id="1059" idx="0"/>
              <a:endCxn id="1067" idx="3"/>
            </p:cNvCxnSpPr>
            <p:nvPr/>
          </p:nvCxnSpPr>
          <p:spPr>
            <a:xfrm flipV="1">
              <a:off x="17951581" y="11487811"/>
              <a:ext cx="264623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21" name="直接连接符 1120">
              <a:extLst>
                <a:ext uri="{FF2B5EF4-FFF2-40B4-BE49-F238E27FC236}">
                  <a16:creationId xmlns:a16="http://schemas.microsoft.com/office/drawing/2014/main" id="{9A945373-1E8E-6AE6-C482-3935F64AFE84}"/>
                </a:ext>
              </a:extLst>
            </p:cNvPr>
            <p:cNvCxnSpPr>
              <a:cxnSpLocks/>
              <a:stCxn id="1064" idx="0"/>
              <a:endCxn id="1072" idx="3"/>
            </p:cNvCxnSpPr>
            <p:nvPr/>
          </p:nvCxnSpPr>
          <p:spPr>
            <a:xfrm flipV="1">
              <a:off x="13732357" y="10699797"/>
              <a:ext cx="626702" cy="44569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24" name="直接连接符 1123">
              <a:extLst>
                <a:ext uri="{FF2B5EF4-FFF2-40B4-BE49-F238E27FC236}">
                  <a16:creationId xmlns:a16="http://schemas.microsoft.com/office/drawing/2014/main" id="{9E7FAD3F-C6F0-A2AE-7BDF-BFDCFE25E4C9}"/>
                </a:ext>
              </a:extLst>
            </p:cNvPr>
            <p:cNvCxnSpPr>
              <a:cxnSpLocks/>
              <a:stCxn id="1068" idx="0"/>
              <a:endCxn id="1072" idx="5"/>
            </p:cNvCxnSpPr>
            <p:nvPr/>
          </p:nvCxnSpPr>
          <p:spPr>
            <a:xfrm flipH="1" flipV="1">
              <a:off x="14648513" y="10699797"/>
              <a:ext cx="626702" cy="44569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27" name="直接连接符 1126">
              <a:extLst>
                <a:ext uri="{FF2B5EF4-FFF2-40B4-BE49-F238E27FC236}">
                  <a16:creationId xmlns:a16="http://schemas.microsoft.com/office/drawing/2014/main" id="{29B3289A-AA66-5573-5B6F-3875F78ECEB4}"/>
                </a:ext>
              </a:extLst>
            </p:cNvPr>
            <p:cNvCxnSpPr>
              <a:cxnSpLocks/>
              <a:stCxn id="1072" idx="7"/>
              <a:endCxn id="1074" idx="2"/>
            </p:cNvCxnSpPr>
            <p:nvPr/>
          </p:nvCxnSpPr>
          <p:spPr>
            <a:xfrm flipV="1">
              <a:off x="14648513" y="9916655"/>
              <a:ext cx="1193456" cy="49955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31" name="直接连接符 1130">
              <a:extLst>
                <a:ext uri="{FF2B5EF4-FFF2-40B4-BE49-F238E27FC236}">
                  <a16:creationId xmlns:a16="http://schemas.microsoft.com/office/drawing/2014/main" id="{E7C8F4E8-7BB7-8629-602B-BFEF753D06F6}"/>
                </a:ext>
              </a:extLst>
            </p:cNvPr>
            <p:cNvCxnSpPr>
              <a:cxnSpLocks/>
              <a:stCxn id="1075" idx="1"/>
              <a:endCxn id="1074" idx="6"/>
            </p:cNvCxnSpPr>
            <p:nvPr/>
          </p:nvCxnSpPr>
          <p:spPr>
            <a:xfrm flipH="1" flipV="1">
              <a:off x="16251319" y="9916655"/>
              <a:ext cx="1193456" cy="49955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34" name="直接连接符 1133">
              <a:extLst>
                <a:ext uri="{FF2B5EF4-FFF2-40B4-BE49-F238E27FC236}">
                  <a16:creationId xmlns:a16="http://schemas.microsoft.com/office/drawing/2014/main" id="{60B1A9A9-FAFE-8A5D-2E65-3399A548789C}"/>
                </a:ext>
              </a:extLst>
            </p:cNvPr>
            <p:cNvCxnSpPr>
              <a:cxnSpLocks/>
              <a:stCxn id="1071" idx="0"/>
              <a:endCxn id="1075" idx="3"/>
            </p:cNvCxnSpPr>
            <p:nvPr/>
          </p:nvCxnSpPr>
          <p:spPr>
            <a:xfrm flipV="1">
              <a:off x="16818073" y="10699797"/>
              <a:ext cx="626702" cy="44569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37" name="直接连接符 1136">
              <a:extLst>
                <a:ext uri="{FF2B5EF4-FFF2-40B4-BE49-F238E27FC236}">
                  <a16:creationId xmlns:a16="http://schemas.microsoft.com/office/drawing/2014/main" id="{0A145C3D-3585-9634-9415-BB393C4B6288}"/>
                </a:ext>
              </a:extLst>
            </p:cNvPr>
            <p:cNvCxnSpPr>
              <a:cxnSpLocks/>
              <a:stCxn id="1067" idx="0"/>
              <a:endCxn id="1075" idx="5"/>
            </p:cNvCxnSpPr>
            <p:nvPr/>
          </p:nvCxnSpPr>
          <p:spPr>
            <a:xfrm flipH="1" flipV="1">
              <a:off x="17734229" y="10699797"/>
              <a:ext cx="626702" cy="44569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0" name="直接连接符 1139">
              <a:extLst>
                <a:ext uri="{FF2B5EF4-FFF2-40B4-BE49-F238E27FC236}">
                  <a16:creationId xmlns:a16="http://schemas.microsoft.com/office/drawing/2014/main" id="{9645456E-96C2-1A5E-C0C8-67330F442448}"/>
                </a:ext>
              </a:extLst>
            </p:cNvPr>
            <p:cNvCxnSpPr>
              <a:cxnSpLocks/>
              <a:stCxn id="1067" idx="5"/>
              <a:endCxn id="1057" idx="0"/>
            </p:cNvCxnSpPr>
            <p:nvPr/>
          </p:nvCxnSpPr>
          <p:spPr>
            <a:xfrm>
              <a:off x="18505658" y="11487811"/>
              <a:ext cx="217349" cy="39700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3" name="直接连接符 1142">
              <a:extLst>
                <a:ext uri="{FF2B5EF4-FFF2-40B4-BE49-F238E27FC236}">
                  <a16:creationId xmlns:a16="http://schemas.microsoft.com/office/drawing/2014/main" id="{8E81ACC6-5DA5-0AFB-BB45-F2BC51803DC1}"/>
                </a:ext>
              </a:extLst>
            </p:cNvPr>
            <p:cNvCxnSpPr>
              <a:cxnSpLocks/>
              <a:endCxn id="1074" idx="7"/>
            </p:cNvCxnSpPr>
            <p:nvPr/>
          </p:nvCxnSpPr>
          <p:spPr>
            <a:xfrm flipH="1">
              <a:off x="16191371" y="9581696"/>
              <a:ext cx="3331069" cy="19316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7" name="TextBox 46">
                  <a:extLst>
                    <a:ext uri="{FF2B5EF4-FFF2-40B4-BE49-F238E27FC236}">
                      <a16:creationId xmlns:a16="http://schemas.microsoft.com/office/drawing/2014/main" id="{B3A54E15-D545-7D37-9468-477E7D562CD9}"/>
                    </a:ext>
                  </a:extLst>
                </p:cNvPr>
                <p:cNvSpPr txBox="1"/>
                <p:nvPr/>
              </p:nvSpPr>
              <p:spPr>
                <a:xfrm>
                  <a:off x="12915746" y="13016266"/>
                  <a:ext cx="802053" cy="41549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47" name="TextBox 46">
                  <a:extLst>
                    <a:ext uri="{FF2B5EF4-FFF2-40B4-BE49-F238E27FC236}">
                      <a16:creationId xmlns:a16="http://schemas.microsoft.com/office/drawing/2014/main" id="{B3A54E15-D545-7D37-9468-477E7D562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5746" y="13016266"/>
                  <a:ext cx="802053" cy="4154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8" name="TextBox 46">
                  <a:extLst>
                    <a:ext uri="{FF2B5EF4-FFF2-40B4-BE49-F238E27FC236}">
                      <a16:creationId xmlns:a16="http://schemas.microsoft.com/office/drawing/2014/main" id="{5032FB32-0B58-9A20-F05F-56688A8D48B8}"/>
                    </a:ext>
                  </a:extLst>
                </p:cNvPr>
                <p:cNvSpPr txBox="1"/>
                <p:nvPr/>
              </p:nvSpPr>
              <p:spPr>
                <a:xfrm>
                  <a:off x="13688065" y="13016266"/>
                  <a:ext cx="802053" cy="41549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48" name="TextBox 46">
                  <a:extLst>
                    <a:ext uri="{FF2B5EF4-FFF2-40B4-BE49-F238E27FC236}">
                      <a16:creationId xmlns:a16="http://schemas.microsoft.com/office/drawing/2014/main" id="{5032FB32-0B58-9A20-F05F-56688A8D4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88065" y="13016266"/>
                  <a:ext cx="802053" cy="41549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9" name="TextBox 46">
                  <a:extLst>
                    <a:ext uri="{FF2B5EF4-FFF2-40B4-BE49-F238E27FC236}">
                      <a16:creationId xmlns:a16="http://schemas.microsoft.com/office/drawing/2014/main" id="{FB4531F1-E3F7-4134-389C-83ABE52C6FEA}"/>
                    </a:ext>
                  </a:extLst>
                </p:cNvPr>
                <p:cNvSpPr txBox="1"/>
                <p:nvPr/>
              </p:nvSpPr>
              <p:spPr>
                <a:xfrm>
                  <a:off x="14460384" y="13016266"/>
                  <a:ext cx="802053" cy="41549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49" name="TextBox 46">
                  <a:extLst>
                    <a:ext uri="{FF2B5EF4-FFF2-40B4-BE49-F238E27FC236}">
                      <a16:creationId xmlns:a16="http://schemas.microsoft.com/office/drawing/2014/main" id="{FB4531F1-E3F7-4134-389C-83ABE52C6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0384" y="13016266"/>
                  <a:ext cx="802053" cy="4154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0" name="TextBox 46">
                  <a:extLst>
                    <a:ext uri="{FF2B5EF4-FFF2-40B4-BE49-F238E27FC236}">
                      <a16:creationId xmlns:a16="http://schemas.microsoft.com/office/drawing/2014/main" id="{3E99C87B-FA27-AD0B-16B3-9BA5F0DD8812}"/>
                    </a:ext>
                  </a:extLst>
                </p:cNvPr>
                <p:cNvSpPr txBox="1"/>
                <p:nvPr/>
              </p:nvSpPr>
              <p:spPr>
                <a:xfrm>
                  <a:off x="15232703" y="13015175"/>
                  <a:ext cx="802053" cy="4165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50" name="TextBox 46">
                  <a:extLst>
                    <a:ext uri="{FF2B5EF4-FFF2-40B4-BE49-F238E27FC236}">
                      <a16:creationId xmlns:a16="http://schemas.microsoft.com/office/drawing/2014/main" id="{3E99C87B-FA27-AD0B-16B3-9BA5F0DD88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32703" y="13015175"/>
                  <a:ext cx="802053" cy="416589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1" name="TextBox 46">
                  <a:extLst>
                    <a:ext uri="{FF2B5EF4-FFF2-40B4-BE49-F238E27FC236}">
                      <a16:creationId xmlns:a16="http://schemas.microsoft.com/office/drawing/2014/main" id="{BF77F155-9F2D-8CF5-34BB-CFE83776AF8F}"/>
                    </a:ext>
                  </a:extLst>
                </p:cNvPr>
                <p:cNvSpPr txBox="1"/>
                <p:nvPr/>
              </p:nvSpPr>
              <p:spPr>
                <a:xfrm>
                  <a:off x="16005022" y="13015175"/>
                  <a:ext cx="802053" cy="4165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51" name="TextBox 46">
                  <a:extLst>
                    <a:ext uri="{FF2B5EF4-FFF2-40B4-BE49-F238E27FC236}">
                      <a16:creationId xmlns:a16="http://schemas.microsoft.com/office/drawing/2014/main" id="{BF77F155-9F2D-8CF5-34BB-CFE83776AF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022" y="13015175"/>
                  <a:ext cx="802053" cy="416589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2" name="TextBox 46">
                  <a:extLst>
                    <a:ext uri="{FF2B5EF4-FFF2-40B4-BE49-F238E27FC236}">
                      <a16:creationId xmlns:a16="http://schemas.microsoft.com/office/drawing/2014/main" id="{077E0869-76B7-0D1A-1F05-E1ED3EBA9B44}"/>
                    </a:ext>
                  </a:extLst>
                </p:cNvPr>
                <p:cNvSpPr txBox="1"/>
                <p:nvPr/>
              </p:nvSpPr>
              <p:spPr>
                <a:xfrm>
                  <a:off x="16777341" y="13015175"/>
                  <a:ext cx="802053" cy="4165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52" name="TextBox 46">
                  <a:extLst>
                    <a:ext uri="{FF2B5EF4-FFF2-40B4-BE49-F238E27FC236}">
                      <a16:creationId xmlns:a16="http://schemas.microsoft.com/office/drawing/2014/main" id="{077E0869-76B7-0D1A-1F05-E1ED3EBA9B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7341" y="13015175"/>
                  <a:ext cx="802053" cy="416589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3" name="TextBox 46">
                  <a:extLst>
                    <a:ext uri="{FF2B5EF4-FFF2-40B4-BE49-F238E27FC236}">
                      <a16:creationId xmlns:a16="http://schemas.microsoft.com/office/drawing/2014/main" id="{8B0C46FD-9203-ED76-3493-1727B0AA3813}"/>
                    </a:ext>
                  </a:extLst>
                </p:cNvPr>
                <p:cNvSpPr txBox="1"/>
                <p:nvPr/>
              </p:nvSpPr>
              <p:spPr>
                <a:xfrm>
                  <a:off x="17549660" y="13015175"/>
                  <a:ext cx="802053" cy="4165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53" name="TextBox 46">
                  <a:extLst>
                    <a:ext uri="{FF2B5EF4-FFF2-40B4-BE49-F238E27FC236}">
                      <a16:creationId xmlns:a16="http://schemas.microsoft.com/office/drawing/2014/main" id="{8B0C46FD-9203-ED76-3493-1727B0AA3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49660" y="13015175"/>
                  <a:ext cx="802053" cy="416589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4" name="TextBox 46">
                  <a:extLst>
                    <a:ext uri="{FF2B5EF4-FFF2-40B4-BE49-F238E27FC236}">
                      <a16:creationId xmlns:a16="http://schemas.microsoft.com/office/drawing/2014/main" id="{64F6AEDE-C9AD-2F59-9344-F176DBFDA963}"/>
                    </a:ext>
                  </a:extLst>
                </p:cNvPr>
                <p:cNvSpPr txBox="1"/>
                <p:nvPr/>
              </p:nvSpPr>
              <p:spPr>
                <a:xfrm>
                  <a:off x="18321980" y="13015175"/>
                  <a:ext cx="802053" cy="4165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154" name="TextBox 46">
                  <a:extLst>
                    <a:ext uri="{FF2B5EF4-FFF2-40B4-BE49-F238E27FC236}">
                      <a16:creationId xmlns:a16="http://schemas.microsoft.com/office/drawing/2014/main" id="{64F6AEDE-C9AD-2F59-9344-F176DBFDA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21980" y="13015175"/>
                  <a:ext cx="802053" cy="416589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55" name="TextBox 46">
                <a:extLst>
                  <a:ext uri="{FF2B5EF4-FFF2-40B4-BE49-F238E27FC236}">
                    <a16:creationId xmlns:a16="http://schemas.microsoft.com/office/drawing/2014/main" id="{0A31A5C3-B943-6556-A50F-1A998F03A512}"/>
                  </a:ext>
                </a:extLst>
              </p:cNvPr>
              <p:cNvSpPr txBox="1"/>
              <p:nvPr/>
            </p:nvSpPr>
            <p:spPr>
              <a:xfrm>
                <a:off x="11944346" y="10849754"/>
                <a:ext cx="9064534" cy="100873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dirty="0"/>
                  <a:t> denote the error under a disjoint union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mechanisms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Clearly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/>
                  <a:t>, but the bound can be tightened, e.g.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Lap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</p:txBody>
          </p:sp>
        </mc:Choice>
        <mc:Fallback>
          <p:sp>
            <p:nvSpPr>
              <p:cNvPr id="1155" name="TextBox 46">
                <a:extLst>
                  <a:ext uri="{FF2B5EF4-FFF2-40B4-BE49-F238E27FC236}">
                    <a16:creationId xmlns:a16="http://schemas.microsoft.com/office/drawing/2014/main" id="{0A31A5C3-B943-6556-A50F-1A998F03A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4346" y="10849754"/>
                <a:ext cx="9064534" cy="1008738"/>
              </a:xfrm>
              <a:prstGeom prst="rect">
                <a:avLst/>
              </a:prstGeom>
              <a:blipFill>
                <a:blip r:embed="rId41"/>
                <a:stretch>
                  <a:fillRect l="-1143" t="-181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6" name="TextBox 42">
                <a:extLst>
                  <a:ext uri="{FF2B5EF4-FFF2-40B4-BE49-F238E27FC236}">
                    <a16:creationId xmlns:a16="http://schemas.microsoft.com/office/drawing/2014/main" id="{7CDA8C60-2529-C6C3-5D96-04B2884F2083}"/>
                  </a:ext>
                </a:extLst>
              </p:cNvPr>
              <p:cNvSpPr txBox="1"/>
              <p:nvPr/>
            </p:nvSpPr>
            <p:spPr>
              <a:xfrm>
                <a:off x="11880669" y="11943076"/>
                <a:ext cx="9064534" cy="21416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If a static mechanism has error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/>
                  <a:t>, then binary tree mechanism has error</a:t>
                </a:r>
              </a:p>
              <a:p>
                <a:pPr algn="ctr">
                  <a:lnSpc>
                    <a:spcPct val="120000"/>
                  </a:lnSpc>
                  <a:buSzPct val="100000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Extends to fully dynamic streams by separating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sz="2100" b="1" dirty="0"/>
                  <a:t>Problem: Error scales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sz="21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CN" sz="2100" b="1" dirty="0"/>
                  <a:t>, but the data size is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1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zh-CN" sz="2100" b="1" dirty="0"/>
              </a:p>
            </p:txBody>
          </p:sp>
        </mc:Choice>
        <mc:Fallback>
          <p:sp>
            <p:nvSpPr>
              <p:cNvPr id="1156" name="TextBox 42">
                <a:extLst>
                  <a:ext uri="{FF2B5EF4-FFF2-40B4-BE49-F238E27FC236}">
                    <a16:creationId xmlns:a16="http://schemas.microsoft.com/office/drawing/2014/main" id="{7CDA8C60-2529-C6C3-5D96-04B2884F2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0669" y="11943076"/>
                <a:ext cx="9064534" cy="2141677"/>
              </a:xfrm>
              <a:prstGeom prst="rect">
                <a:avLst/>
              </a:prstGeom>
              <a:blipFill>
                <a:blip r:embed="rId42"/>
                <a:stretch>
                  <a:fillRect l="-1210" t="-570" b="-256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7" name="TextBox 45">
            <a:extLst>
              <a:ext uri="{FF2B5EF4-FFF2-40B4-BE49-F238E27FC236}">
                <a16:creationId xmlns:a16="http://schemas.microsoft.com/office/drawing/2014/main" id="{727C6418-DA7C-2D8F-E79F-A3C584DAA3C3}"/>
              </a:ext>
            </a:extLst>
          </p:cNvPr>
          <p:cNvSpPr txBox="1"/>
          <p:nvPr/>
        </p:nvSpPr>
        <p:spPr>
          <a:xfrm>
            <a:off x="11880669" y="14412868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dirty="0"/>
              <a:t>Differential Privacy on Fully Dynamic Streams</a:t>
            </a:r>
          </a:p>
        </p:txBody>
      </p:sp>
      <p:sp>
        <p:nvSpPr>
          <p:cNvPr id="1162" name="TextBox 45">
            <a:extLst>
              <a:ext uri="{FF2B5EF4-FFF2-40B4-BE49-F238E27FC236}">
                <a16:creationId xmlns:a16="http://schemas.microsoft.com/office/drawing/2014/main" id="{CDECAB7C-8AB0-434C-14DB-9B94A78FA2DF}"/>
              </a:ext>
            </a:extLst>
          </p:cNvPr>
          <p:cNvSpPr txBox="1"/>
          <p:nvPr/>
        </p:nvSpPr>
        <p:spPr>
          <a:xfrm>
            <a:off x="11880669" y="4958785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Differential Privacy on Insertion-only Streams</a:t>
            </a:r>
            <a:endParaRPr dirty="0"/>
          </a:p>
        </p:txBody>
      </p:sp>
      <p:grpSp>
        <p:nvGrpSpPr>
          <p:cNvPr id="1276" name="组合 1275">
            <a:extLst>
              <a:ext uri="{FF2B5EF4-FFF2-40B4-BE49-F238E27FC236}">
                <a16:creationId xmlns:a16="http://schemas.microsoft.com/office/drawing/2014/main" id="{268D936A-F99B-3C97-BD27-569A9B60BFC3}"/>
              </a:ext>
            </a:extLst>
          </p:cNvPr>
          <p:cNvGrpSpPr/>
          <p:nvPr/>
        </p:nvGrpSpPr>
        <p:grpSpPr>
          <a:xfrm>
            <a:off x="13256874" y="18989391"/>
            <a:ext cx="6332876" cy="1289902"/>
            <a:chOff x="13256874" y="18517754"/>
            <a:chExt cx="6332876" cy="1289902"/>
          </a:xfrm>
        </p:grpSpPr>
        <p:grpSp>
          <p:nvGrpSpPr>
            <p:cNvPr id="1226" name="组合 1225">
              <a:extLst>
                <a:ext uri="{FF2B5EF4-FFF2-40B4-BE49-F238E27FC236}">
                  <a16:creationId xmlns:a16="http://schemas.microsoft.com/office/drawing/2014/main" id="{AC7CE38E-9FAD-AB46-3A75-9DFC6144D9D7}"/>
                </a:ext>
              </a:extLst>
            </p:cNvPr>
            <p:cNvGrpSpPr/>
            <p:nvPr/>
          </p:nvGrpSpPr>
          <p:grpSpPr>
            <a:xfrm>
              <a:off x="13256874" y="18872067"/>
              <a:ext cx="5555763" cy="150811"/>
              <a:chOff x="13242008" y="18649102"/>
              <a:chExt cx="5555763" cy="150811"/>
            </a:xfrm>
          </p:grpSpPr>
          <p:cxnSp>
            <p:nvCxnSpPr>
              <p:cNvPr id="1218" name="直接连接符 1217">
                <a:extLst>
                  <a:ext uri="{FF2B5EF4-FFF2-40B4-BE49-F238E27FC236}">
                    <a16:creationId xmlns:a16="http://schemas.microsoft.com/office/drawing/2014/main" id="{7881F91C-42EE-C8CE-1187-FD8EAA99D1E6}"/>
                  </a:ext>
                </a:extLst>
              </p:cNvPr>
              <p:cNvCxnSpPr>
                <a:cxnSpLocks/>
                <a:stCxn id="1222" idx="6"/>
                <a:endCxn id="1224" idx="2"/>
              </p:cNvCxnSpPr>
              <p:nvPr/>
            </p:nvCxnSpPr>
            <p:spPr>
              <a:xfrm flipV="1">
                <a:off x="13391536" y="18722351"/>
                <a:ext cx="5256707" cy="4314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222" name="椭圆 1221">
                <a:extLst>
                  <a:ext uri="{FF2B5EF4-FFF2-40B4-BE49-F238E27FC236}">
                    <a16:creationId xmlns:a16="http://schemas.microsoft.com/office/drawing/2014/main" id="{BC668C14-D436-5D93-7788-35DE356BE4FB}"/>
                  </a:ext>
                </a:extLst>
              </p:cNvPr>
              <p:cNvSpPr/>
              <p:nvPr/>
            </p:nvSpPr>
            <p:spPr>
              <a:xfrm>
                <a:off x="13242008" y="18653416"/>
                <a:ext cx="149528" cy="14649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224" name="椭圆 1223">
                <a:extLst>
                  <a:ext uri="{FF2B5EF4-FFF2-40B4-BE49-F238E27FC236}">
                    <a16:creationId xmlns:a16="http://schemas.microsoft.com/office/drawing/2014/main" id="{CE9DB2C5-1212-CB99-FEC1-B532902E3BBC}"/>
                  </a:ext>
                </a:extLst>
              </p:cNvPr>
              <p:cNvSpPr/>
              <p:nvPr/>
            </p:nvSpPr>
            <p:spPr>
              <a:xfrm>
                <a:off x="18648243" y="18649102"/>
                <a:ext cx="149528" cy="14649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7" name="TextBox 46">
                  <a:extLst>
                    <a:ext uri="{FF2B5EF4-FFF2-40B4-BE49-F238E27FC236}">
                      <a16:creationId xmlns:a16="http://schemas.microsoft.com/office/drawing/2014/main" id="{E2B16086-854F-3833-01E6-A6B01745C487}"/>
                    </a:ext>
                  </a:extLst>
                </p:cNvPr>
                <p:cNvSpPr txBox="1"/>
                <p:nvPr/>
              </p:nvSpPr>
              <p:spPr>
                <a:xfrm>
                  <a:off x="15611261" y="18517754"/>
                  <a:ext cx="802053" cy="41549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27" name="TextBox 46">
                  <a:extLst>
                    <a:ext uri="{FF2B5EF4-FFF2-40B4-BE49-F238E27FC236}">
                      <a16:creationId xmlns:a16="http://schemas.microsoft.com/office/drawing/2014/main" id="{E2B16086-854F-3833-01E6-A6B01745C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1261" y="18517754"/>
                  <a:ext cx="802053" cy="415498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28" name="组合 1227">
              <a:extLst>
                <a:ext uri="{FF2B5EF4-FFF2-40B4-BE49-F238E27FC236}">
                  <a16:creationId xmlns:a16="http://schemas.microsoft.com/office/drawing/2014/main" id="{FC4B9B42-7698-8116-F63A-FCDB211023C5}"/>
                </a:ext>
              </a:extLst>
            </p:cNvPr>
            <p:cNvGrpSpPr/>
            <p:nvPr/>
          </p:nvGrpSpPr>
          <p:grpSpPr>
            <a:xfrm>
              <a:off x="14094436" y="19298650"/>
              <a:ext cx="2393642" cy="150811"/>
              <a:chOff x="13242008" y="18624559"/>
              <a:chExt cx="2393642" cy="150811"/>
            </a:xfrm>
            <a:solidFill>
              <a:schemeClr val="accent2">
                <a:lumMod val="60000"/>
                <a:lumOff val="40000"/>
              </a:schemeClr>
            </a:solidFill>
          </p:grpSpPr>
          <p:cxnSp>
            <p:nvCxnSpPr>
              <p:cNvPr id="1229" name="直接连接符 1228">
                <a:extLst>
                  <a:ext uri="{FF2B5EF4-FFF2-40B4-BE49-F238E27FC236}">
                    <a16:creationId xmlns:a16="http://schemas.microsoft.com/office/drawing/2014/main" id="{C99066D8-6B42-4655-6646-E76843BC9506}"/>
                  </a:ext>
                </a:extLst>
              </p:cNvPr>
              <p:cNvCxnSpPr>
                <a:cxnSpLocks/>
                <a:stCxn id="1230" idx="6"/>
                <a:endCxn id="1231" idx="2"/>
              </p:cNvCxnSpPr>
              <p:nvPr/>
            </p:nvCxnSpPr>
            <p:spPr>
              <a:xfrm flipV="1">
                <a:off x="13391536" y="18697808"/>
                <a:ext cx="2094586" cy="4314"/>
              </a:xfrm>
              <a:prstGeom prst="line">
                <a:avLst/>
              </a:prstGeom>
              <a:grpFill/>
              <a:ln w="12700" cap="flat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230" name="椭圆 1229">
                <a:extLst>
                  <a:ext uri="{FF2B5EF4-FFF2-40B4-BE49-F238E27FC236}">
                    <a16:creationId xmlns:a16="http://schemas.microsoft.com/office/drawing/2014/main" id="{BEEBE2C5-28A1-65DA-E536-379FE886D796}"/>
                  </a:ext>
                </a:extLst>
              </p:cNvPr>
              <p:cNvSpPr/>
              <p:nvPr/>
            </p:nvSpPr>
            <p:spPr>
              <a:xfrm>
                <a:off x="13242008" y="18628873"/>
                <a:ext cx="149528" cy="146497"/>
              </a:xfrm>
              <a:prstGeom prst="ellipse">
                <a:avLst/>
              </a:prstGeom>
              <a:grpFill/>
              <a:ln w="12700" cap="flat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231" name="椭圆 1230">
                <a:extLst>
                  <a:ext uri="{FF2B5EF4-FFF2-40B4-BE49-F238E27FC236}">
                    <a16:creationId xmlns:a16="http://schemas.microsoft.com/office/drawing/2014/main" id="{97B63AA3-6520-BE37-0754-BC0186588624}"/>
                  </a:ext>
                </a:extLst>
              </p:cNvPr>
              <p:cNvSpPr/>
              <p:nvPr/>
            </p:nvSpPr>
            <p:spPr>
              <a:xfrm>
                <a:off x="15486122" y="18624559"/>
                <a:ext cx="149528" cy="146497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3" name="TextBox 46">
                  <a:extLst>
                    <a:ext uri="{FF2B5EF4-FFF2-40B4-BE49-F238E27FC236}">
                      <a16:creationId xmlns:a16="http://schemas.microsoft.com/office/drawing/2014/main" id="{798AD982-4FA4-67AE-C1BA-742FC353F7D1}"/>
                    </a:ext>
                  </a:extLst>
                </p:cNvPr>
                <p:cNvSpPr txBox="1"/>
                <p:nvPr/>
              </p:nvSpPr>
              <p:spPr>
                <a:xfrm>
                  <a:off x="14945284" y="18955310"/>
                  <a:ext cx="802053" cy="4165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33" name="TextBox 46">
                  <a:extLst>
                    <a:ext uri="{FF2B5EF4-FFF2-40B4-BE49-F238E27FC236}">
                      <a16:creationId xmlns:a16="http://schemas.microsoft.com/office/drawing/2014/main" id="{798AD982-4FA4-67AE-C1BA-742FC353F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5284" y="18955310"/>
                  <a:ext cx="802053" cy="41658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34" name="组合 1233">
              <a:extLst>
                <a:ext uri="{FF2B5EF4-FFF2-40B4-BE49-F238E27FC236}">
                  <a16:creationId xmlns:a16="http://schemas.microsoft.com/office/drawing/2014/main" id="{E3C7B367-A75E-8789-441D-F1035066F620}"/>
                </a:ext>
              </a:extLst>
            </p:cNvPr>
            <p:cNvGrpSpPr/>
            <p:nvPr/>
          </p:nvGrpSpPr>
          <p:grpSpPr>
            <a:xfrm>
              <a:off x="14865865" y="19658819"/>
              <a:ext cx="3160480" cy="148837"/>
              <a:chOff x="13242008" y="18537916"/>
              <a:chExt cx="3160480" cy="148837"/>
            </a:xfrm>
            <a:solidFill>
              <a:schemeClr val="accent2">
                <a:lumMod val="60000"/>
                <a:lumOff val="40000"/>
              </a:schemeClr>
            </a:solidFill>
          </p:grpSpPr>
          <p:cxnSp>
            <p:nvCxnSpPr>
              <p:cNvPr id="1235" name="直接连接符 1234">
                <a:extLst>
                  <a:ext uri="{FF2B5EF4-FFF2-40B4-BE49-F238E27FC236}">
                    <a16:creationId xmlns:a16="http://schemas.microsoft.com/office/drawing/2014/main" id="{6ECDF314-9568-092F-9BD2-3EAF718B9C8E}"/>
                  </a:ext>
                </a:extLst>
              </p:cNvPr>
              <p:cNvCxnSpPr>
                <a:cxnSpLocks/>
                <a:stCxn id="1236" idx="6"/>
                <a:endCxn id="1237" idx="2"/>
              </p:cNvCxnSpPr>
              <p:nvPr/>
            </p:nvCxnSpPr>
            <p:spPr>
              <a:xfrm>
                <a:off x="13391536" y="18611165"/>
                <a:ext cx="2861424" cy="2340"/>
              </a:xfrm>
              <a:prstGeom prst="line">
                <a:avLst/>
              </a:prstGeom>
              <a:grpFill/>
              <a:ln w="12700" cap="flat">
                <a:solidFill>
                  <a:srgbClr val="C00000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236" name="椭圆 1235">
                <a:extLst>
                  <a:ext uri="{FF2B5EF4-FFF2-40B4-BE49-F238E27FC236}">
                    <a16:creationId xmlns:a16="http://schemas.microsoft.com/office/drawing/2014/main" id="{C46BB2DB-F97F-3A80-BE56-3DCB6C6BE224}"/>
                  </a:ext>
                </a:extLst>
              </p:cNvPr>
              <p:cNvSpPr/>
              <p:nvPr/>
            </p:nvSpPr>
            <p:spPr>
              <a:xfrm>
                <a:off x="13242008" y="18537916"/>
                <a:ext cx="149528" cy="146497"/>
              </a:xfrm>
              <a:prstGeom prst="ellipse">
                <a:avLst/>
              </a:prstGeom>
              <a:solidFill>
                <a:srgbClr val="E37D7D"/>
              </a:solidFill>
              <a:ln w="12700" cap="flat">
                <a:solidFill>
                  <a:srgbClr val="C00000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237" name="椭圆 1236">
                <a:extLst>
                  <a:ext uri="{FF2B5EF4-FFF2-40B4-BE49-F238E27FC236}">
                    <a16:creationId xmlns:a16="http://schemas.microsoft.com/office/drawing/2014/main" id="{7D26F129-3AC8-71D0-B0C0-88320AFA874E}"/>
                  </a:ext>
                </a:extLst>
              </p:cNvPr>
              <p:cNvSpPr/>
              <p:nvPr/>
            </p:nvSpPr>
            <p:spPr>
              <a:xfrm>
                <a:off x="16252960" y="18540256"/>
                <a:ext cx="149528" cy="146497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solidFill>
                  <a:srgbClr val="C00000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9" name="TextBox 46">
                  <a:extLst>
                    <a:ext uri="{FF2B5EF4-FFF2-40B4-BE49-F238E27FC236}">
                      <a16:creationId xmlns:a16="http://schemas.microsoft.com/office/drawing/2014/main" id="{42CE386C-BC21-E1B4-899F-85DAEFBAF6ED}"/>
                    </a:ext>
                  </a:extLst>
                </p:cNvPr>
                <p:cNvSpPr txBox="1"/>
                <p:nvPr/>
              </p:nvSpPr>
              <p:spPr>
                <a:xfrm>
                  <a:off x="16034756" y="19333829"/>
                  <a:ext cx="802053" cy="41549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39" name="TextBox 46">
                  <a:extLst>
                    <a:ext uri="{FF2B5EF4-FFF2-40B4-BE49-F238E27FC236}">
                      <a16:creationId xmlns:a16="http://schemas.microsoft.com/office/drawing/2014/main" id="{42CE386C-BC21-E1B4-899F-85DAEFBAF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34756" y="19333829"/>
                  <a:ext cx="802053" cy="415498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40" name="组合 1239">
              <a:extLst>
                <a:ext uri="{FF2B5EF4-FFF2-40B4-BE49-F238E27FC236}">
                  <a16:creationId xmlns:a16="http://schemas.microsoft.com/office/drawing/2014/main" id="{DCD9AA31-36D4-BCE1-653B-6F18195C8A7B}"/>
                </a:ext>
              </a:extLst>
            </p:cNvPr>
            <p:cNvGrpSpPr/>
            <p:nvPr/>
          </p:nvGrpSpPr>
          <p:grpSpPr>
            <a:xfrm>
              <a:off x="17180152" y="19299789"/>
              <a:ext cx="2409598" cy="146497"/>
              <a:chOff x="13242008" y="18625698"/>
              <a:chExt cx="2409598" cy="146497"/>
            </a:xfrm>
            <a:solidFill>
              <a:schemeClr val="accent2">
                <a:lumMod val="60000"/>
                <a:lumOff val="40000"/>
              </a:schemeClr>
            </a:solidFill>
          </p:grpSpPr>
          <p:cxnSp>
            <p:nvCxnSpPr>
              <p:cNvPr id="1241" name="直接连接符 1240">
                <a:extLst>
                  <a:ext uri="{FF2B5EF4-FFF2-40B4-BE49-F238E27FC236}">
                    <a16:creationId xmlns:a16="http://schemas.microsoft.com/office/drawing/2014/main" id="{AF6901DE-C155-E521-E605-13868FE7C02F}"/>
                  </a:ext>
                </a:extLst>
              </p:cNvPr>
              <p:cNvCxnSpPr>
                <a:cxnSpLocks/>
                <a:stCxn id="1242" idx="6"/>
              </p:cNvCxnSpPr>
              <p:nvPr/>
            </p:nvCxnSpPr>
            <p:spPr>
              <a:xfrm>
                <a:off x="13391536" y="18698947"/>
                <a:ext cx="2260070" cy="0"/>
              </a:xfrm>
              <a:prstGeom prst="lin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 cap="flat">
                <a:solidFill>
                  <a:schemeClr val="accent4">
                    <a:lumMod val="75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242" name="椭圆 1241">
                <a:extLst>
                  <a:ext uri="{FF2B5EF4-FFF2-40B4-BE49-F238E27FC236}">
                    <a16:creationId xmlns:a16="http://schemas.microsoft.com/office/drawing/2014/main" id="{BC252C35-DEA1-B8B2-A35A-4364B74920F0}"/>
                  </a:ext>
                </a:extLst>
              </p:cNvPr>
              <p:cNvSpPr/>
              <p:nvPr/>
            </p:nvSpPr>
            <p:spPr>
              <a:xfrm>
                <a:off x="13242008" y="18625698"/>
                <a:ext cx="149528" cy="14649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 cap="flat">
                <a:solidFill>
                  <a:schemeClr val="accent4">
                    <a:lumMod val="75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5" name="TextBox 46">
                  <a:extLst>
                    <a:ext uri="{FF2B5EF4-FFF2-40B4-BE49-F238E27FC236}">
                      <a16:creationId xmlns:a16="http://schemas.microsoft.com/office/drawing/2014/main" id="{C961EE7D-CDBD-7131-8B05-C4F5D75E790E}"/>
                    </a:ext>
                  </a:extLst>
                </p:cNvPr>
                <p:cNvSpPr txBox="1"/>
                <p:nvPr/>
              </p:nvSpPr>
              <p:spPr>
                <a:xfrm>
                  <a:off x="18091065" y="18950767"/>
                  <a:ext cx="802053" cy="4165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45" name="TextBox 46">
                  <a:extLst>
                    <a:ext uri="{FF2B5EF4-FFF2-40B4-BE49-F238E27FC236}">
                      <a16:creationId xmlns:a16="http://schemas.microsoft.com/office/drawing/2014/main" id="{C961EE7D-CDBD-7131-8B05-C4F5D75E7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1065" y="18950767"/>
                  <a:ext cx="802053" cy="41658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47" name="TextBox 46">
            <a:extLst>
              <a:ext uri="{FF2B5EF4-FFF2-40B4-BE49-F238E27FC236}">
                <a16:creationId xmlns:a16="http://schemas.microsoft.com/office/drawing/2014/main" id="{0C43471F-ACF2-9E02-BC0D-6CD203079C9C}"/>
              </a:ext>
            </a:extLst>
          </p:cNvPr>
          <p:cNvSpPr txBox="1"/>
          <p:nvPr/>
        </p:nvSpPr>
        <p:spPr>
          <a:xfrm>
            <a:off x="22928580" y="5870942"/>
            <a:ext cx="8972163" cy="415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b="1" dirty="0"/>
              <a:t>Construction</a:t>
            </a:r>
            <a:r>
              <a:rPr lang="en-US" altLang="zh-CN" dirty="0"/>
              <a:t>: Each (Insertion, Deletion) pair is treated as an interval</a:t>
            </a:r>
            <a:endParaRPr dirty="0"/>
          </a:p>
        </p:txBody>
      </p:sp>
      <p:grpSp>
        <p:nvGrpSpPr>
          <p:cNvPr id="1275" name="组合 1274">
            <a:extLst>
              <a:ext uri="{FF2B5EF4-FFF2-40B4-BE49-F238E27FC236}">
                <a16:creationId xmlns:a16="http://schemas.microsoft.com/office/drawing/2014/main" id="{6D83F020-FFCC-8645-CA56-C5CABCD06C15}"/>
              </a:ext>
            </a:extLst>
          </p:cNvPr>
          <p:cNvGrpSpPr/>
          <p:nvPr/>
        </p:nvGrpSpPr>
        <p:grpSpPr>
          <a:xfrm>
            <a:off x="12915746" y="15346911"/>
            <a:ext cx="6606694" cy="3741969"/>
            <a:chOff x="12915746" y="14807895"/>
            <a:chExt cx="6606694" cy="3741969"/>
          </a:xfrm>
        </p:grpSpPr>
        <p:grpSp>
          <p:nvGrpSpPr>
            <p:cNvPr id="1163" name="组合 1162">
              <a:extLst>
                <a:ext uri="{FF2B5EF4-FFF2-40B4-BE49-F238E27FC236}">
                  <a16:creationId xmlns:a16="http://schemas.microsoft.com/office/drawing/2014/main" id="{54BD2B56-0249-209E-C543-15F15BB77016}"/>
                </a:ext>
              </a:extLst>
            </p:cNvPr>
            <p:cNvGrpSpPr/>
            <p:nvPr/>
          </p:nvGrpSpPr>
          <p:grpSpPr>
            <a:xfrm>
              <a:off x="12915746" y="14807895"/>
              <a:ext cx="6606694" cy="3741969"/>
              <a:chOff x="12915746" y="9689795"/>
              <a:chExt cx="6606694" cy="374196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64" name="椭圆 1163">
                    <a:extLst>
                      <a:ext uri="{FF2B5EF4-FFF2-40B4-BE49-F238E27FC236}">
                        <a16:creationId xmlns:a16="http://schemas.microsoft.com/office/drawing/2014/main" id="{FF6FEECD-47C3-9D27-2E7B-61C6805228D3}"/>
                      </a:ext>
                    </a:extLst>
                  </p:cNvPr>
                  <p:cNvSpPr/>
                  <p:nvPr/>
                </p:nvSpPr>
                <p:spPr>
                  <a:xfrm>
                    <a:off x="13118332" y="11884817"/>
                    <a:ext cx="409350" cy="4010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64" name="椭圆 1163">
                    <a:extLst>
                      <a:ext uri="{FF2B5EF4-FFF2-40B4-BE49-F238E27FC236}">
                        <a16:creationId xmlns:a16="http://schemas.microsoft.com/office/drawing/2014/main" id="{FF6FEECD-47C3-9D27-2E7B-61C6805228D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18332" y="11884817"/>
                    <a:ext cx="409350" cy="401051"/>
                  </a:xfrm>
                  <a:prstGeom prst="ellipse">
                    <a:avLst/>
                  </a:prstGeom>
                  <a:blipFill>
                    <a:blip r:embed="rId47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65" name="矩形: 圆角 1164">
                <a:extLst>
                  <a:ext uri="{FF2B5EF4-FFF2-40B4-BE49-F238E27FC236}">
                    <a16:creationId xmlns:a16="http://schemas.microsoft.com/office/drawing/2014/main" id="{A5BEDE6D-9D33-69D9-C7A0-54EACDF03395}"/>
                  </a:ext>
                </a:extLst>
              </p:cNvPr>
              <p:cNvSpPr/>
              <p:nvPr/>
            </p:nvSpPr>
            <p:spPr>
              <a:xfrm>
                <a:off x="13180153" y="12513147"/>
                <a:ext cx="285708" cy="42719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rPr>
                  <a:t>1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166" name="矩形: 圆角 1165">
                <a:extLst>
                  <a:ext uri="{FF2B5EF4-FFF2-40B4-BE49-F238E27FC236}">
                    <a16:creationId xmlns:a16="http://schemas.microsoft.com/office/drawing/2014/main" id="{B94484D9-D72A-94D5-C9D7-A5E5529E56C5}"/>
                  </a:ext>
                </a:extLst>
              </p:cNvPr>
              <p:cNvSpPr/>
              <p:nvPr/>
            </p:nvSpPr>
            <p:spPr>
              <a:xfrm>
                <a:off x="18580153" y="12513147"/>
                <a:ext cx="285708" cy="427194"/>
              </a:xfrm>
              <a:prstGeom prst="roundRect">
                <a:avLst/>
              </a:prstGeom>
              <a:solidFill>
                <a:srgbClr val="FFFFFF"/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rPr>
                  <a:t>8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167" name="矩形: 圆角 1166">
                <a:extLst>
                  <a:ext uri="{FF2B5EF4-FFF2-40B4-BE49-F238E27FC236}">
                    <a16:creationId xmlns:a16="http://schemas.microsoft.com/office/drawing/2014/main" id="{E636B6BF-7A4D-B736-3B51-0DCD6CF91F70}"/>
                  </a:ext>
                </a:extLst>
              </p:cNvPr>
              <p:cNvSpPr/>
              <p:nvPr/>
            </p:nvSpPr>
            <p:spPr>
              <a:xfrm>
                <a:off x="13951582" y="12513147"/>
                <a:ext cx="285708" cy="42719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dirty="0"/>
                  <a:t>2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168" name="矩形: 圆角 1167">
                <a:extLst>
                  <a:ext uri="{FF2B5EF4-FFF2-40B4-BE49-F238E27FC236}">
                    <a16:creationId xmlns:a16="http://schemas.microsoft.com/office/drawing/2014/main" id="{D7B6E7B9-3794-4956-1496-99F322F0CEF8}"/>
                  </a:ext>
                </a:extLst>
              </p:cNvPr>
              <p:cNvSpPr/>
              <p:nvPr/>
            </p:nvSpPr>
            <p:spPr>
              <a:xfrm>
                <a:off x="17808727" y="12513147"/>
                <a:ext cx="285708" cy="42719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rPr>
                  <a:t>7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169" name="矩形: 圆角 1168">
                <a:extLst>
                  <a:ext uri="{FF2B5EF4-FFF2-40B4-BE49-F238E27FC236}">
                    <a16:creationId xmlns:a16="http://schemas.microsoft.com/office/drawing/2014/main" id="{13917263-2036-9704-C33E-3F6EF3D8E9D9}"/>
                  </a:ext>
                </a:extLst>
              </p:cNvPr>
              <p:cNvSpPr/>
              <p:nvPr/>
            </p:nvSpPr>
            <p:spPr>
              <a:xfrm>
                <a:off x="14723011" y="12513147"/>
                <a:ext cx="285708" cy="42719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rPr>
                  <a:t>3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170" name="矩形: 圆角 1169">
                <a:extLst>
                  <a:ext uri="{FF2B5EF4-FFF2-40B4-BE49-F238E27FC236}">
                    <a16:creationId xmlns:a16="http://schemas.microsoft.com/office/drawing/2014/main" id="{1F8CC695-9ACD-66C8-0678-9B4F4E7AA534}"/>
                  </a:ext>
                </a:extLst>
              </p:cNvPr>
              <p:cNvSpPr/>
              <p:nvPr/>
            </p:nvSpPr>
            <p:spPr>
              <a:xfrm>
                <a:off x="17037298" y="12513147"/>
                <a:ext cx="285708" cy="42719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rPr>
                  <a:t>6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171" name="矩形: 圆角 1170">
                <a:extLst>
                  <a:ext uri="{FF2B5EF4-FFF2-40B4-BE49-F238E27FC236}">
                    <a16:creationId xmlns:a16="http://schemas.microsoft.com/office/drawing/2014/main" id="{83DA333A-E127-A67E-B9F5-B37A083DFC44}"/>
                  </a:ext>
                </a:extLst>
              </p:cNvPr>
              <p:cNvSpPr/>
              <p:nvPr/>
            </p:nvSpPr>
            <p:spPr>
              <a:xfrm>
                <a:off x="15494440" y="12513147"/>
                <a:ext cx="285708" cy="42719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rPr>
                  <a:t>4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172" name="矩形: 圆角 1171">
                <a:extLst>
                  <a:ext uri="{FF2B5EF4-FFF2-40B4-BE49-F238E27FC236}">
                    <a16:creationId xmlns:a16="http://schemas.microsoft.com/office/drawing/2014/main" id="{65B19E50-273E-406D-0432-932A90B316B1}"/>
                  </a:ext>
                </a:extLst>
              </p:cNvPr>
              <p:cNvSpPr/>
              <p:nvPr/>
            </p:nvSpPr>
            <p:spPr>
              <a:xfrm>
                <a:off x="16265869" y="12513147"/>
                <a:ext cx="285708" cy="42719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ctr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rPr>
                  <a:t>5</a:t>
                </a:r>
                <a:endParaRPr kumimoji="0" lang="zh-CN" alt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3" name="椭圆 1172">
                    <a:extLst>
                      <a:ext uri="{FF2B5EF4-FFF2-40B4-BE49-F238E27FC236}">
                        <a16:creationId xmlns:a16="http://schemas.microsoft.com/office/drawing/2014/main" id="{A36832C3-B1D8-F471-B2AB-A6E96BDED798}"/>
                      </a:ext>
                    </a:extLst>
                  </p:cNvPr>
                  <p:cNvSpPr/>
                  <p:nvPr/>
                </p:nvSpPr>
                <p:spPr>
                  <a:xfrm>
                    <a:off x="18518332" y="9726284"/>
                    <a:ext cx="409350" cy="39041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73" name="椭圆 1172">
                    <a:extLst>
                      <a:ext uri="{FF2B5EF4-FFF2-40B4-BE49-F238E27FC236}">
                        <a16:creationId xmlns:a16="http://schemas.microsoft.com/office/drawing/2014/main" id="{A36832C3-B1D8-F471-B2AB-A6E96BDED7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18332" y="9726284"/>
                    <a:ext cx="409350" cy="390412"/>
                  </a:xfrm>
                  <a:prstGeom prst="ellipse">
                    <a:avLst/>
                  </a:prstGeom>
                  <a:blipFill>
                    <a:blip r:embed="rId48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4" name="椭圆 1173">
                    <a:extLst>
                      <a:ext uri="{FF2B5EF4-FFF2-40B4-BE49-F238E27FC236}">
                        <a16:creationId xmlns:a16="http://schemas.microsoft.com/office/drawing/2014/main" id="{0E462178-FE1A-A66E-9BA2-96590B323D24}"/>
                      </a:ext>
                    </a:extLst>
                  </p:cNvPr>
                  <p:cNvSpPr/>
                  <p:nvPr/>
                </p:nvSpPr>
                <p:spPr>
                  <a:xfrm>
                    <a:off x="13889761" y="11168776"/>
                    <a:ext cx="409350" cy="39041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74" name="椭圆 1173">
                    <a:extLst>
                      <a:ext uri="{FF2B5EF4-FFF2-40B4-BE49-F238E27FC236}">
                        <a16:creationId xmlns:a16="http://schemas.microsoft.com/office/drawing/2014/main" id="{0E462178-FE1A-A66E-9BA2-96590B323D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89761" y="11168776"/>
                    <a:ext cx="409350" cy="390412"/>
                  </a:xfrm>
                  <a:prstGeom prst="ellipse">
                    <a:avLst/>
                  </a:prstGeom>
                  <a:blipFill>
                    <a:blip r:embed="rId49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5" name="椭圆 1174">
                    <a:extLst>
                      <a:ext uri="{FF2B5EF4-FFF2-40B4-BE49-F238E27FC236}">
                        <a16:creationId xmlns:a16="http://schemas.microsoft.com/office/drawing/2014/main" id="{98DA46AF-B8C7-7641-B0C1-2C39BC6D0F13}"/>
                      </a:ext>
                    </a:extLst>
                  </p:cNvPr>
                  <p:cNvSpPr/>
                  <p:nvPr/>
                </p:nvSpPr>
                <p:spPr>
                  <a:xfrm>
                    <a:off x="17746906" y="11884817"/>
                    <a:ext cx="409350" cy="401051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75" name="椭圆 1174">
                    <a:extLst>
                      <a:ext uri="{FF2B5EF4-FFF2-40B4-BE49-F238E27FC236}">
                        <a16:creationId xmlns:a16="http://schemas.microsoft.com/office/drawing/2014/main" id="{98DA46AF-B8C7-7641-B0C1-2C39BC6D0F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46906" y="11884817"/>
                    <a:ext cx="409350" cy="401051"/>
                  </a:xfrm>
                  <a:prstGeom prst="ellipse">
                    <a:avLst/>
                  </a:prstGeom>
                  <a:blipFill>
                    <a:blip r:embed="rId50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6" name="椭圆 1175">
                    <a:extLst>
                      <a:ext uri="{FF2B5EF4-FFF2-40B4-BE49-F238E27FC236}">
                        <a16:creationId xmlns:a16="http://schemas.microsoft.com/office/drawing/2014/main" id="{69D63029-095D-20BD-E6D9-3609452A3187}"/>
                      </a:ext>
                    </a:extLst>
                  </p:cNvPr>
                  <p:cNvSpPr/>
                  <p:nvPr/>
                </p:nvSpPr>
                <p:spPr>
                  <a:xfrm>
                    <a:off x="14661190" y="11890136"/>
                    <a:ext cx="409350" cy="39041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76" name="椭圆 1175">
                    <a:extLst>
                      <a:ext uri="{FF2B5EF4-FFF2-40B4-BE49-F238E27FC236}">
                        <a16:creationId xmlns:a16="http://schemas.microsoft.com/office/drawing/2014/main" id="{69D63029-095D-20BD-E6D9-3609452A318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61190" y="11890136"/>
                    <a:ext cx="409350" cy="390412"/>
                  </a:xfrm>
                  <a:prstGeom prst="ellipse">
                    <a:avLst/>
                  </a:prstGeom>
                  <a:blipFill>
                    <a:blip r:embed="rId51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7" name="椭圆 1176">
                    <a:extLst>
                      <a:ext uri="{FF2B5EF4-FFF2-40B4-BE49-F238E27FC236}">
                        <a16:creationId xmlns:a16="http://schemas.microsoft.com/office/drawing/2014/main" id="{35C4FF3F-A0A4-68CB-FA03-D16F4D25E3A6}"/>
                      </a:ext>
                    </a:extLst>
                  </p:cNvPr>
                  <p:cNvSpPr/>
                  <p:nvPr/>
                </p:nvSpPr>
                <p:spPr>
                  <a:xfrm>
                    <a:off x="16972537" y="11154444"/>
                    <a:ext cx="409350" cy="401051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77" name="椭圆 1176">
                    <a:extLst>
                      <a:ext uri="{FF2B5EF4-FFF2-40B4-BE49-F238E27FC236}">
                        <a16:creationId xmlns:a16="http://schemas.microsoft.com/office/drawing/2014/main" id="{35C4FF3F-A0A4-68CB-FA03-D16F4D25E3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72537" y="11154444"/>
                    <a:ext cx="409350" cy="401051"/>
                  </a:xfrm>
                  <a:prstGeom prst="ellipse">
                    <a:avLst/>
                  </a:prstGeom>
                  <a:blipFill>
                    <a:blip r:embed="rId52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8" name="椭圆 1177">
                    <a:extLst>
                      <a:ext uri="{FF2B5EF4-FFF2-40B4-BE49-F238E27FC236}">
                        <a16:creationId xmlns:a16="http://schemas.microsoft.com/office/drawing/2014/main" id="{58ABB0EA-EC3C-D2FE-2DE2-5575A012DB8D}"/>
                      </a:ext>
                    </a:extLst>
                  </p:cNvPr>
                  <p:cNvSpPr/>
                  <p:nvPr/>
                </p:nvSpPr>
                <p:spPr>
                  <a:xfrm>
                    <a:off x="15432619" y="10361730"/>
                    <a:ext cx="409350" cy="390412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78" name="椭圆 1177">
                    <a:extLst>
                      <a:ext uri="{FF2B5EF4-FFF2-40B4-BE49-F238E27FC236}">
                        <a16:creationId xmlns:a16="http://schemas.microsoft.com/office/drawing/2014/main" id="{58ABB0EA-EC3C-D2FE-2DE2-5575A012DB8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32619" y="10361730"/>
                    <a:ext cx="409350" cy="390412"/>
                  </a:xfrm>
                  <a:prstGeom prst="ellipse">
                    <a:avLst/>
                  </a:prstGeom>
                  <a:blipFill>
                    <a:blip r:embed="rId53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9" name="椭圆 1178">
                    <a:extLst>
                      <a:ext uri="{FF2B5EF4-FFF2-40B4-BE49-F238E27FC236}">
                        <a16:creationId xmlns:a16="http://schemas.microsoft.com/office/drawing/2014/main" id="{D2F4CC3A-7E47-AB06-5264-1F122B8EE754}"/>
                      </a:ext>
                    </a:extLst>
                  </p:cNvPr>
                  <p:cNvSpPr/>
                  <p:nvPr/>
                </p:nvSpPr>
                <p:spPr>
                  <a:xfrm>
                    <a:off x="16204048" y="11884817"/>
                    <a:ext cx="409350" cy="4010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ctr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Calibri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1179" name="椭圆 1178">
                    <a:extLst>
                      <a:ext uri="{FF2B5EF4-FFF2-40B4-BE49-F238E27FC236}">
                        <a16:creationId xmlns:a16="http://schemas.microsoft.com/office/drawing/2014/main" id="{D2F4CC3A-7E47-AB06-5264-1F122B8EE7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04048" y="11884817"/>
                    <a:ext cx="409350" cy="401051"/>
                  </a:xfrm>
                  <a:prstGeom prst="ellipse">
                    <a:avLst/>
                  </a:prstGeom>
                  <a:blipFill>
                    <a:blip r:embed="rId54"/>
                    <a:stretch>
                      <a:fillRect/>
                    </a:stretch>
                  </a:blipFill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87" name="直接连接符 1186">
                <a:extLst>
                  <a:ext uri="{FF2B5EF4-FFF2-40B4-BE49-F238E27FC236}">
                    <a16:creationId xmlns:a16="http://schemas.microsoft.com/office/drawing/2014/main" id="{F6DC694C-269C-479F-CCB6-2E75F6AE1079}"/>
                  </a:ext>
                </a:extLst>
              </p:cNvPr>
              <p:cNvCxnSpPr>
                <a:cxnSpLocks/>
                <a:stCxn id="1165" idx="0"/>
                <a:endCxn id="1164" idx="4"/>
              </p:cNvCxnSpPr>
              <p:nvPr/>
            </p:nvCxnSpPr>
            <p:spPr>
              <a:xfrm flipV="1">
                <a:off x="13323007" y="12285868"/>
                <a:ext cx="0" cy="227279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88" name="直接连接符 1187">
                <a:extLst>
                  <a:ext uri="{FF2B5EF4-FFF2-40B4-BE49-F238E27FC236}">
                    <a16:creationId xmlns:a16="http://schemas.microsoft.com/office/drawing/2014/main" id="{CAB3393F-B8DF-3C6B-B9D1-A3865A364F16}"/>
                  </a:ext>
                </a:extLst>
              </p:cNvPr>
              <p:cNvCxnSpPr>
                <a:cxnSpLocks/>
                <a:stCxn id="1167" idx="0"/>
                <a:endCxn id="1174" idx="4"/>
              </p:cNvCxnSpPr>
              <p:nvPr/>
            </p:nvCxnSpPr>
            <p:spPr>
              <a:xfrm flipV="1">
                <a:off x="14094436" y="11559188"/>
                <a:ext cx="0" cy="953959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89" name="直接连接符 1188">
                <a:extLst>
                  <a:ext uri="{FF2B5EF4-FFF2-40B4-BE49-F238E27FC236}">
                    <a16:creationId xmlns:a16="http://schemas.microsoft.com/office/drawing/2014/main" id="{E73090A9-8083-DC89-8AE7-814A2FF487F9}"/>
                  </a:ext>
                </a:extLst>
              </p:cNvPr>
              <p:cNvCxnSpPr>
                <a:cxnSpLocks/>
                <a:stCxn id="1169" idx="0"/>
                <a:endCxn id="1176" idx="4"/>
              </p:cNvCxnSpPr>
              <p:nvPr/>
            </p:nvCxnSpPr>
            <p:spPr>
              <a:xfrm flipV="1">
                <a:off x="14865865" y="12280548"/>
                <a:ext cx="0" cy="232599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90" name="直接连接符 1189">
                <a:extLst>
                  <a:ext uri="{FF2B5EF4-FFF2-40B4-BE49-F238E27FC236}">
                    <a16:creationId xmlns:a16="http://schemas.microsoft.com/office/drawing/2014/main" id="{FF522769-1CF2-5B8E-8D14-8EF088553777}"/>
                  </a:ext>
                </a:extLst>
              </p:cNvPr>
              <p:cNvCxnSpPr>
                <a:cxnSpLocks/>
                <a:stCxn id="1171" idx="0"/>
                <a:endCxn id="1178" idx="4"/>
              </p:cNvCxnSpPr>
              <p:nvPr/>
            </p:nvCxnSpPr>
            <p:spPr>
              <a:xfrm flipV="1">
                <a:off x="15637294" y="10752142"/>
                <a:ext cx="0" cy="1761005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91" name="直接连接符 1190">
                <a:extLst>
                  <a:ext uri="{FF2B5EF4-FFF2-40B4-BE49-F238E27FC236}">
                    <a16:creationId xmlns:a16="http://schemas.microsoft.com/office/drawing/2014/main" id="{EFF8E413-1163-8772-02F0-CBAC22D20807}"/>
                  </a:ext>
                </a:extLst>
              </p:cNvPr>
              <p:cNvCxnSpPr>
                <a:cxnSpLocks/>
                <a:stCxn id="1172" idx="0"/>
                <a:endCxn id="1179" idx="4"/>
              </p:cNvCxnSpPr>
              <p:nvPr/>
            </p:nvCxnSpPr>
            <p:spPr>
              <a:xfrm flipV="1">
                <a:off x="16408723" y="12285868"/>
                <a:ext cx="0" cy="227279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92" name="直接连接符 1191">
                <a:extLst>
                  <a:ext uri="{FF2B5EF4-FFF2-40B4-BE49-F238E27FC236}">
                    <a16:creationId xmlns:a16="http://schemas.microsoft.com/office/drawing/2014/main" id="{E429DBC9-7A0B-C4E3-CE85-DDF4B680654F}"/>
                  </a:ext>
                </a:extLst>
              </p:cNvPr>
              <p:cNvCxnSpPr>
                <a:cxnSpLocks/>
                <a:stCxn id="1170" idx="0"/>
                <a:endCxn id="1177" idx="4"/>
              </p:cNvCxnSpPr>
              <p:nvPr/>
            </p:nvCxnSpPr>
            <p:spPr>
              <a:xfrm flipH="1" flipV="1">
                <a:off x="17177212" y="11555495"/>
                <a:ext cx="2940" cy="957652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93" name="直接连接符 1192">
                <a:extLst>
                  <a:ext uri="{FF2B5EF4-FFF2-40B4-BE49-F238E27FC236}">
                    <a16:creationId xmlns:a16="http://schemas.microsoft.com/office/drawing/2014/main" id="{67F2F6A3-8E8A-7D3F-C926-43EE46A91DA1}"/>
                  </a:ext>
                </a:extLst>
              </p:cNvPr>
              <p:cNvCxnSpPr>
                <a:cxnSpLocks/>
                <a:stCxn id="1168" idx="0"/>
                <a:endCxn id="1175" idx="4"/>
              </p:cNvCxnSpPr>
              <p:nvPr/>
            </p:nvCxnSpPr>
            <p:spPr>
              <a:xfrm flipV="1">
                <a:off x="17951581" y="12285868"/>
                <a:ext cx="0" cy="227279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94" name="直接连接符 1193">
                <a:extLst>
                  <a:ext uri="{FF2B5EF4-FFF2-40B4-BE49-F238E27FC236}">
                    <a16:creationId xmlns:a16="http://schemas.microsoft.com/office/drawing/2014/main" id="{1486243C-E6E6-9E55-9710-AAF9C6C5E22E}"/>
                  </a:ext>
                </a:extLst>
              </p:cNvPr>
              <p:cNvCxnSpPr>
                <a:cxnSpLocks/>
                <a:stCxn id="1166" idx="0"/>
                <a:endCxn id="1173" idx="4"/>
              </p:cNvCxnSpPr>
              <p:nvPr/>
            </p:nvCxnSpPr>
            <p:spPr>
              <a:xfrm flipV="1">
                <a:off x="18723007" y="10116696"/>
                <a:ext cx="0" cy="2396451"/>
              </a:xfrm>
              <a:prstGeom prst="line">
                <a:avLst/>
              </a:prstGeom>
              <a:ln w="19050" cap="flat" cmpd="sng" algn="ctr">
                <a:solidFill>
                  <a:schemeClr val="bg2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95" name="直接连接符 1194">
                <a:extLst>
                  <a:ext uri="{FF2B5EF4-FFF2-40B4-BE49-F238E27FC236}">
                    <a16:creationId xmlns:a16="http://schemas.microsoft.com/office/drawing/2014/main" id="{0D72C57B-49C6-753A-37F5-435A9EF0E568}"/>
                  </a:ext>
                </a:extLst>
              </p:cNvPr>
              <p:cNvCxnSpPr>
                <a:cxnSpLocks/>
                <a:stCxn id="1164" idx="0"/>
                <a:endCxn id="1174" idx="3"/>
              </p:cNvCxnSpPr>
              <p:nvPr/>
            </p:nvCxnSpPr>
            <p:spPr>
              <a:xfrm flipV="1">
                <a:off x="13323007" y="11502013"/>
                <a:ext cx="626702" cy="382804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97" name="直接连接符 1196">
                <a:extLst>
                  <a:ext uri="{FF2B5EF4-FFF2-40B4-BE49-F238E27FC236}">
                    <a16:creationId xmlns:a16="http://schemas.microsoft.com/office/drawing/2014/main" id="{B68F93FA-FA9B-8C7D-B95E-2887C7FAC39A}"/>
                  </a:ext>
                </a:extLst>
              </p:cNvPr>
              <p:cNvCxnSpPr>
                <a:cxnSpLocks/>
                <a:stCxn id="1176" idx="0"/>
                <a:endCxn id="1174" idx="5"/>
              </p:cNvCxnSpPr>
              <p:nvPr/>
            </p:nvCxnSpPr>
            <p:spPr>
              <a:xfrm flipH="1" flipV="1">
                <a:off x="14239163" y="11502013"/>
                <a:ext cx="626702" cy="388123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00" name="直接连接符 1199">
                <a:extLst>
                  <a:ext uri="{FF2B5EF4-FFF2-40B4-BE49-F238E27FC236}">
                    <a16:creationId xmlns:a16="http://schemas.microsoft.com/office/drawing/2014/main" id="{E3850B69-3829-927E-7258-734B41AC4F27}"/>
                  </a:ext>
                </a:extLst>
              </p:cNvPr>
              <p:cNvCxnSpPr>
                <a:cxnSpLocks/>
                <a:stCxn id="1177" idx="3"/>
                <a:endCxn id="1179" idx="7"/>
              </p:cNvCxnSpPr>
              <p:nvPr/>
            </p:nvCxnSpPr>
            <p:spPr>
              <a:xfrm flipH="1">
                <a:off x="16553450" y="11496762"/>
                <a:ext cx="479035" cy="446788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03" name="直接连接符 1202">
                <a:extLst>
                  <a:ext uri="{FF2B5EF4-FFF2-40B4-BE49-F238E27FC236}">
                    <a16:creationId xmlns:a16="http://schemas.microsoft.com/office/drawing/2014/main" id="{DA089610-A577-7CFE-B462-F8D114A343CD}"/>
                  </a:ext>
                </a:extLst>
              </p:cNvPr>
              <p:cNvCxnSpPr>
                <a:cxnSpLocks/>
                <a:stCxn id="1174" idx="7"/>
                <a:endCxn id="1178" idx="3"/>
              </p:cNvCxnSpPr>
              <p:nvPr/>
            </p:nvCxnSpPr>
            <p:spPr>
              <a:xfrm flipV="1">
                <a:off x="14239163" y="10694967"/>
                <a:ext cx="1253404" cy="530984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04" name="直接连接符 1203">
                <a:extLst>
                  <a:ext uri="{FF2B5EF4-FFF2-40B4-BE49-F238E27FC236}">
                    <a16:creationId xmlns:a16="http://schemas.microsoft.com/office/drawing/2014/main" id="{3F282A80-709F-09C1-7EE4-1B53E0F671B4}"/>
                  </a:ext>
                </a:extLst>
              </p:cNvPr>
              <p:cNvCxnSpPr>
                <a:cxnSpLocks/>
                <a:stCxn id="1178" idx="6"/>
                <a:endCxn id="1173" idx="2"/>
              </p:cNvCxnSpPr>
              <p:nvPr/>
            </p:nvCxnSpPr>
            <p:spPr>
              <a:xfrm flipV="1">
                <a:off x="15841969" y="9921490"/>
                <a:ext cx="2676363" cy="635446"/>
              </a:xfrm>
              <a:prstGeom prst="line">
                <a:avLst/>
              </a:prstGeom>
              <a:ln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206" name="直接连接符 1205">
                <a:extLst>
                  <a:ext uri="{FF2B5EF4-FFF2-40B4-BE49-F238E27FC236}">
                    <a16:creationId xmlns:a16="http://schemas.microsoft.com/office/drawing/2014/main" id="{406B8B00-2EA9-A505-D72A-6B7A2EC396C2}"/>
                  </a:ext>
                </a:extLst>
              </p:cNvPr>
              <p:cNvCxnSpPr>
                <a:cxnSpLocks/>
                <a:stCxn id="1177" idx="5"/>
                <a:endCxn id="1175" idx="1"/>
              </p:cNvCxnSpPr>
              <p:nvPr/>
            </p:nvCxnSpPr>
            <p:spPr>
              <a:xfrm>
                <a:off x="17321939" y="11496762"/>
                <a:ext cx="484915" cy="446788"/>
              </a:xfrm>
              <a:prstGeom prst="line">
                <a:avLst/>
              </a:prstGeom>
              <a:ln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209" name="直接连接符 1208">
                <a:extLst>
                  <a:ext uri="{FF2B5EF4-FFF2-40B4-BE49-F238E27FC236}">
                    <a16:creationId xmlns:a16="http://schemas.microsoft.com/office/drawing/2014/main" id="{C772AD5C-2630-1A84-0448-C2BE41BCD572}"/>
                  </a:ext>
                </a:extLst>
              </p:cNvPr>
              <p:cNvCxnSpPr>
                <a:cxnSpLocks/>
                <a:endCxn id="1173" idx="7"/>
              </p:cNvCxnSpPr>
              <p:nvPr/>
            </p:nvCxnSpPr>
            <p:spPr>
              <a:xfrm flipH="1">
                <a:off x="18867734" y="9689795"/>
                <a:ext cx="654706" cy="93664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0" name="TextBox 46">
                    <a:extLst>
                      <a:ext uri="{FF2B5EF4-FFF2-40B4-BE49-F238E27FC236}">
                        <a16:creationId xmlns:a16="http://schemas.microsoft.com/office/drawing/2014/main" id="{C3055DAB-8CD1-E6E5-B4EE-576E61F1F071}"/>
                      </a:ext>
                    </a:extLst>
                  </p:cNvPr>
                  <p:cNvSpPr txBox="1"/>
                  <p:nvPr/>
                </p:nvSpPr>
                <p:spPr>
                  <a:xfrm>
                    <a:off x="12915746" y="13016266"/>
                    <a:ext cx="802053" cy="41549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+,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>
              <p:sp>
                <p:nvSpPr>
                  <p:cNvPr id="1210" name="TextBox 46">
                    <a:extLst>
                      <a:ext uri="{FF2B5EF4-FFF2-40B4-BE49-F238E27FC236}">
                        <a16:creationId xmlns:a16="http://schemas.microsoft.com/office/drawing/2014/main" id="{C3055DAB-8CD1-E6E5-B4EE-576E61F1F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15746" y="13016266"/>
                    <a:ext cx="802053" cy="415498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1" name="TextBox 46">
                    <a:extLst>
                      <a:ext uri="{FF2B5EF4-FFF2-40B4-BE49-F238E27FC236}">
                        <a16:creationId xmlns:a16="http://schemas.microsoft.com/office/drawing/2014/main" id="{12199C78-A814-8DFF-B7B6-0851B9CA2F3F}"/>
                      </a:ext>
                    </a:extLst>
                  </p:cNvPr>
                  <p:cNvSpPr txBox="1"/>
                  <p:nvPr/>
                </p:nvSpPr>
                <p:spPr>
                  <a:xfrm>
                    <a:off x="13688065" y="13016266"/>
                    <a:ext cx="802053" cy="41549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+,</m:t>
                              </m:r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>
              <p:sp>
                <p:nvSpPr>
                  <p:cNvPr id="1211" name="TextBox 46">
                    <a:extLst>
                      <a:ext uri="{FF2B5EF4-FFF2-40B4-BE49-F238E27FC236}">
                        <a16:creationId xmlns:a16="http://schemas.microsoft.com/office/drawing/2014/main" id="{12199C78-A814-8DFF-B7B6-0851B9CA2F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88065" y="13016266"/>
                    <a:ext cx="802053" cy="415498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2" name="TextBox 46">
                    <a:extLst>
                      <a:ext uri="{FF2B5EF4-FFF2-40B4-BE49-F238E27FC236}">
                        <a16:creationId xmlns:a16="http://schemas.microsoft.com/office/drawing/2014/main" id="{B3AFA7EA-38FD-779C-0AC9-326BCD354CDE}"/>
                      </a:ext>
                    </a:extLst>
                  </p:cNvPr>
                  <p:cNvSpPr txBox="1"/>
                  <p:nvPr/>
                </p:nvSpPr>
                <p:spPr>
                  <a:xfrm>
                    <a:off x="14460384" y="13016266"/>
                    <a:ext cx="802053" cy="41549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CN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+,</m:t>
                              </m:r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>
              <p:sp>
                <p:nvSpPr>
                  <p:cNvPr id="1212" name="TextBox 46">
                    <a:extLst>
                      <a:ext uri="{FF2B5EF4-FFF2-40B4-BE49-F238E27FC236}">
                        <a16:creationId xmlns:a16="http://schemas.microsoft.com/office/drawing/2014/main" id="{B3AFA7EA-38FD-779C-0AC9-326BCD354C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0384" y="13016266"/>
                    <a:ext cx="802053" cy="415498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3" name="TextBox 46">
                    <a:extLst>
                      <a:ext uri="{FF2B5EF4-FFF2-40B4-BE49-F238E27FC236}">
                        <a16:creationId xmlns:a16="http://schemas.microsoft.com/office/drawing/2014/main" id="{D6FDE9A9-0CCA-3166-7F6D-1CC2FBB4CC92}"/>
                      </a:ext>
                    </a:extLst>
                  </p:cNvPr>
                  <p:cNvSpPr txBox="1"/>
                  <p:nvPr/>
                </p:nvSpPr>
                <p:spPr>
                  <a:xfrm>
                    <a:off x="15232703" y="13015175"/>
                    <a:ext cx="802053" cy="41658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⊥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>
              <p:sp>
                <p:nvSpPr>
                  <p:cNvPr id="1213" name="TextBox 46">
                    <a:extLst>
                      <a:ext uri="{FF2B5EF4-FFF2-40B4-BE49-F238E27FC236}">
                        <a16:creationId xmlns:a16="http://schemas.microsoft.com/office/drawing/2014/main" id="{D6FDE9A9-0CCA-3166-7F6D-1CC2FBB4CC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32703" y="13015175"/>
                    <a:ext cx="802053" cy="416589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4" name="TextBox 46">
                    <a:extLst>
                      <a:ext uri="{FF2B5EF4-FFF2-40B4-BE49-F238E27FC236}">
                        <a16:creationId xmlns:a16="http://schemas.microsoft.com/office/drawing/2014/main" id="{6AA326B4-6105-0840-8188-CC7DE9AF43E5}"/>
                      </a:ext>
                    </a:extLst>
                  </p:cNvPr>
                  <p:cNvSpPr txBox="1"/>
                  <p:nvPr/>
                </p:nvSpPr>
                <p:spPr>
                  <a:xfrm>
                    <a:off x="16005022" y="13015175"/>
                    <a:ext cx="802053" cy="41658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−,</m:t>
                              </m:r>
                              <m:r>
                                <a:rPr lang="en-US" altLang="zh-CN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>
              <p:sp>
                <p:nvSpPr>
                  <p:cNvPr id="1214" name="TextBox 46">
                    <a:extLst>
                      <a:ext uri="{FF2B5EF4-FFF2-40B4-BE49-F238E27FC236}">
                        <a16:creationId xmlns:a16="http://schemas.microsoft.com/office/drawing/2014/main" id="{6AA326B4-6105-0840-8188-CC7DE9AF43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05022" y="13015175"/>
                    <a:ext cx="802053" cy="416589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5" name="TextBox 46">
                    <a:extLst>
                      <a:ext uri="{FF2B5EF4-FFF2-40B4-BE49-F238E27FC236}">
                        <a16:creationId xmlns:a16="http://schemas.microsoft.com/office/drawing/2014/main" id="{A9EB6B17-425A-F00D-2268-99E8F6544C79}"/>
                      </a:ext>
                    </a:extLst>
                  </p:cNvPr>
                  <p:cNvSpPr txBox="1"/>
                  <p:nvPr/>
                </p:nvSpPr>
                <p:spPr>
                  <a:xfrm>
                    <a:off x="16777341" y="13015175"/>
                    <a:ext cx="802053" cy="41658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+,</m:t>
                              </m:r>
                              <m:r>
                                <a:rPr lang="en-US" altLang="zh-CN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>
              <p:sp>
                <p:nvSpPr>
                  <p:cNvPr id="1215" name="TextBox 46">
                    <a:extLst>
                      <a:ext uri="{FF2B5EF4-FFF2-40B4-BE49-F238E27FC236}">
                        <a16:creationId xmlns:a16="http://schemas.microsoft.com/office/drawing/2014/main" id="{A9EB6B17-425A-F00D-2268-99E8F6544C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77341" y="13015175"/>
                    <a:ext cx="802053" cy="416589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6" name="TextBox 46">
                    <a:extLst>
                      <a:ext uri="{FF2B5EF4-FFF2-40B4-BE49-F238E27FC236}">
                        <a16:creationId xmlns:a16="http://schemas.microsoft.com/office/drawing/2014/main" id="{35E8953E-C54F-FAA9-2D26-948030D18E42}"/>
                      </a:ext>
                    </a:extLst>
                  </p:cNvPr>
                  <p:cNvSpPr txBox="1"/>
                  <p:nvPr/>
                </p:nvSpPr>
                <p:spPr>
                  <a:xfrm>
                    <a:off x="17549660" y="13015175"/>
                    <a:ext cx="802053" cy="41658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(−,</m:t>
                          </m:r>
                          <m:r>
                            <a:rPr lang="zh-CN" alt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16" name="TextBox 46">
                    <a:extLst>
                      <a:ext uri="{FF2B5EF4-FFF2-40B4-BE49-F238E27FC236}">
                        <a16:creationId xmlns:a16="http://schemas.microsoft.com/office/drawing/2014/main" id="{35E8953E-C54F-FAA9-2D26-948030D18E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49660" y="13015175"/>
                    <a:ext cx="802053" cy="416589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 l="-6870" r="-6107" b="-20588"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7" name="TextBox 46">
                    <a:extLst>
                      <a:ext uri="{FF2B5EF4-FFF2-40B4-BE49-F238E27FC236}">
                        <a16:creationId xmlns:a16="http://schemas.microsoft.com/office/drawing/2014/main" id="{B3EE6B92-9D19-23C0-4E32-C2544F0AF6AA}"/>
                      </a:ext>
                    </a:extLst>
                  </p:cNvPr>
                  <p:cNvSpPr txBox="1"/>
                  <p:nvPr/>
                </p:nvSpPr>
                <p:spPr>
                  <a:xfrm>
                    <a:off x="18321980" y="13015175"/>
                    <a:ext cx="802053" cy="41658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45719" rIns="45719">
                    <a:spAutoFit/>
                  </a:bodyPr>
                  <a:lstStyle>
                    <a:lvl1pPr>
                      <a:defRPr sz="21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(−,</m:t>
                          </m:r>
                          <m:r>
                            <a:rPr lang="zh-CN" alt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17" name="TextBox 46">
                    <a:extLst>
                      <a:ext uri="{FF2B5EF4-FFF2-40B4-BE49-F238E27FC236}">
                        <a16:creationId xmlns:a16="http://schemas.microsoft.com/office/drawing/2014/main" id="{B3EE6B92-9D19-23C0-4E32-C2544F0AF6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21980" y="13015175"/>
                    <a:ext cx="802053" cy="416589"/>
                  </a:xfrm>
                  <a:prstGeom prst="rect">
                    <a:avLst/>
                  </a:prstGeom>
                  <a:blipFill>
                    <a:blip r:embed="rId62"/>
                    <a:stretch>
                      <a:fillRect l="-8397" r="-7634" b="-20588"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9" name="TextBox 46">
                  <a:extLst>
                    <a:ext uri="{FF2B5EF4-FFF2-40B4-BE49-F238E27FC236}">
                      <a16:creationId xmlns:a16="http://schemas.microsoft.com/office/drawing/2014/main" id="{414418C1-D688-3B76-95E6-485292DB1E45}"/>
                    </a:ext>
                  </a:extLst>
                </p:cNvPr>
                <p:cNvSpPr txBox="1"/>
                <p:nvPr/>
              </p:nvSpPr>
              <p:spPr>
                <a:xfrm>
                  <a:off x="13717799" y="15995545"/>
                  <a:ext cx="802053" cy="27699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𝑎</m:t>
                            </m:r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,</m:t>
                            </m:r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𝑏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249" name="TextBox 46">
                  <a:extLst>
                    <a:ext uri="{FF2B5EF4-FFF2-40B4-BE49-F238E27FC236}">
                      <a16:creationId xmlns:a16="http://schemas.microsoft.com/office/drawing/2014/main" id="{414418C1-D688-3B76-95E6-485292DB1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7799" y="15995545"/>
                  <a:ext cx="802053" cy="276999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3" name="TextBox 46">
                  <a:extLst>
                    <a:ext uri="{FF2B5EF4-FFF2-40B4-BE49-F238E27FC236}">
                      <a16:creationId xmlns:a16="http://schemas.microsoft.com/office/drawing/2014/main" id="{61BC5FC8-349E-0689-D687-45B9575BCCAB}"/>
                    </a:ext>
                  </a:extLst>
                </p:cNvPr>
                <p:cNvSpPr txBox="1"/>
                <p:nvPr/>
              </p:nvSpPr>
              <p:spPr>
                <a:xfrm>
                  <a:off x="15232702" y="15207567"/>
                  <a:ext cx="802053" cy="27699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𝑎</m:t>
                            </m:r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,</m:t>
                            </m:r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𝑏</m:t>
                            </m:r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,</m:t>
                            </m:r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𝑐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253" name="TextBox 46">
                  <a:extLst>
                    <a:ext uri="{FF2B5EF4-FFF2-40B4-BE49-F238E27FC236}">
                      <a16:creationId xmlns:a16="http://schemas.microsoft.com/office/drawing/2014/main" id="{61BC5FC8-349E-0689-D687-45B9575BC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32702" y="15207567"/>
                  <a:ext cx="802053" cy="276999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7" name="TextBox 46">
                  <a:extLst>
                    <a:ext uri="{FF2B5EF4-FFF2-40B4-BE49-F238E27FC236}">
                      <a16:creationId xmlns:a16="http://schemas.microsoft.com/office/drawing/2014/main" id="{8FC0BC91-E510-B60E-36C7-3299DDF4C4B5}"/>
                    </a:ext>
                  </a:extLst>
                </p:cNvPr>
                <p:cNvSpPr txBox="1"/>
                <p:nvPr/>
              </p:nvSpPr>
              <p:spPr>
                <a:xfrm>
                  <a:off x="12923445" y="16698931"/>
                  <a:ext cx="802053" cy="27699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257" name="TextBox 46">
                  <a:extLst>
                    <a:ext uri="{FF2B5EF4-FFF2-40B4-BE49-F238E27FC236}">
                      <a16:creationId xmlns:a16="http://schemas.microsoft.com/office/drawing/2014/main" id="{8FC0BC91-E510-B60E-36C7-3299DDF4C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23445" y="16698931"/>
                  <a:ext cx="802053" cy="276999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8" name="TextBox 46">
                  <a:extLst>
                    <a:ext uri="{FF2B5EF4-FFF2-40B4-BE49-F238E27FC236}">
                      <a16:creationId xmlns:a16="http://schemas.microsoft.com/office/drawing/2014/main" id="{C849C7C2-D556-727F-ED18-253E2D3A1189}"/>
                    </a:ext>
                  </a:extLst>
                </p:cNvPr>
                <p:cNvSpPr txBox="1"/>
                <p:nvPr/>
              </p:nvSpPr>
              <p:spPr>
                <a:xfrm>
                  <a:off x="14460383" y="16701014"/>
                  <a:ext cx="802053" cy="27699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defRPr sz="21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𝑐</m:t>
                            </m:r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1258" name="TextBox 46">
                  <a:extLst>
                    <a:ext uri="{FF2B5EF4-FFF2-40B4-BE49-F238E27FC236}">
                      <a16:creationId xmlns:a16="http://schemas.microsoft.com/office/drawing/2014/main" id="{C849C7C2-D556-727F-ED18-253E2D3A1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0383" y="16701014"/>
                  <a:ext cx="802053" cy="276999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2" name="直接连接符 1271">
              <a:extLst>
                <a:ext uri="{FF2B5EF4-FFF2-40B4-BE49-F238E27FC236}">
                  <a16:creationId xmlns:a16="http://schemas.microsoft.com/office/drawing/2014/main" id="{5E7C72B2-D527-3EB5-0891-165DAC567865}"/>
                </a:ext>
              </a:extLst>
            </p:cNvPr>
            <p:cNvCxnSpPr>
              <a:cxnSpLocks/>
              <a:stCxn id="1178" idx="5"/>
              <a:endCxn id="1177" idx="1"/>
            </p:cNvCxnSpPr>
            <p:nvPr/>
          </p:nvCxnSpPr>
          <p:spPr>
            <a:xfrm>
              <a:off x="15782021" y="15813067"/>
              <a:ext cx="1250464" cy="51821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77" name="TextBox 46">
                <a:extLst>
                  <a:ext uri="{FF2B5EF4-FFF2-40B4-BE49-F238E27FC236}">
                    <a16:creationId xmlns:a16="http://schemas.microsoft.com/office/drawing/2014/main" id="{7969269A-CF4B-21E2-D138-1CFF26ED8D81}"/>
                  </a:ext>
                </a:extLst>
              </p:cNvPr>
              <p:cNvSpPr txBox="1"/>
              <p:nvPr/>
            </p:nvSpPr>
            <p:spPr>
              <a:xfrm>
                <a:off x="12921980" y="8573093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77" name="TextBox 46">
                <a:extLst>
                  <a:ext uri="{FF2B5EF4-FFF2-40B4-BE49-F238E27FC236}">
                    <a16:creationId xmlns:a16="http://schemas.microsoft.com/office/drawing/2014/main" id="{7969269A-CF4B-21E2-D138-1CFF26ED8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1980" y="8573093"/>
                <a:ext cx="802053" cy="276999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8" name="TextBox 46">
                <a:extLst>
                  <a:ext uri="{FF2B5EF4-FFF2-40B4-BE49-F238E27FC236}">
                    <a16:creationId xmlns:a16="http://schemas.microsoft.com/office/drawing/2014/main" id="{72A415F9-42D8-7B35-0B62-3031A86035B3}"/>
                  </a:ext>
                </a:extLst>
              </p:cNvPr>
              <p:cNvSpPr txBox="1"/>
              <p:nvPr/>
            </p:nvSpPr>
            <p:spPr>
              <a:xfrm>
                <a:off x="13721060" y="8574063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78" name="TextBox 46">
                <a:extLst>
                  <a:ext uri="{FF2B5EF4-FFF2-40B4-BE49-F238E27FC236}">
                    <a16:creationId xmlns:a16="http://schemas.microsoft.com/office/drawing/2014/main" id="{72A415F9-42D8-7B35-0B62-3031A8603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1060" y="8574063"/>
                <a:ext cx="802053" cy="276999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9" name="TextBox 46">
                <a:extLst>
                  <a:ext uri="{FF2B5EF4-FFF2-40B4-BE49-F238E27FC236}">
                    <a16:creationId xmlns:a16="http://schemas.microsoft.com/office/drawing/2014/main" id="{CFC2624F-C108-7587-D6B7-4BE4EC19BBD6}"/>
                  </a:ext>
                </a:extLst>
              </p:cNvPr>
              <p:cNvSpPr txBox="1"/>
              <p:nvPr/>
            </p:nvSpPr>
            <p:spPr>
              <a:xfrm>
                <a:off x="13316772" y="7823817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𝑎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,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79" name="TextBox 46">
                <a:extLst>
                  <a:ext uri="{FF2B5EF4-FFF2-40B4-BE49-F238E27FC236}">
                    <a16:creationId xmlns:a16="http://schemas.microsoft.com/office/drawing/2014/main" id="{CFC2624F-C108-7587-D6B7-4BE4EC19B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772" y="7823817"/>
                <a:ext cx="802053" cy="276999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0" name="TextBox 46">
                <a:extLst>
                  <a:ext uri="{FF2B5EF4-FFF2-40B4-BE49-F238E27FC236}">
                    <a16:creationId xmlns:a16="http://schemas.microsoft.com/office/drawing/2014/main" id="{2E691157-D2B7-3C49-4BAF-739BD5157383}"/>
                  </a:ext>
                </a:extLst>
              </p:cNvPr>
              <p:cNvSpPr txBox="1"/>
              <p:nvPr/>
            </p:nvSpPr>
            <p:spPr>
              <a:xfrm>
                <a:off x="14460384" y="8591123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80" name="TextBox 46">
                <a:extLst>
                  <a:ext uri="{FF2B5EF4-FFF2-40B4-BE49-F238E27FC236}">
                    <a16:creationId xmlns:a16="http://schemas.microsoft.com/office/drawing/2014/main" id="{2E691157-D2B7-3C49-4BAF-739BD5157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0384" y="8591123"/>
                <a:ext cx="802053" cy="276999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1" name="TextBox 46">
                <a:extLst>
                  <a:ext uri="{FF2B5EF4-FFF2-40B4-BE49-F238E27FC236}">
                    <a16:creationId xmlns:a16="http://schemas.microsoft.com/office/drawing/2014/main" id="{ABCE2B4D-C11D-96B6-90AF-37B43FF51364}"/>
                  </a:ext>
                </a:extLst>
              </p:cNvPr>
              <p:cNvSpPr txBox="1"/>
              <p:nvPr/>
            </p:nvSpPr>
            <p:spPr>
              <a:xfrm>
                <a:off x="14102924" y="7052530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ar-AE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zh-CN" altLang="ar-AE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𝑎</m:t>
                          </m:r>
                          <m:r>
                            <a:rPr kumimoji="0" lang="ar-AE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,</m:t>
                          </m:r>
                          <m:r>
                            <a:rPr kumimoji="0" lang="zh-CN" altLang="ar-AE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𝑏</m:t>
                          </m:r>
                          <m:r>
                            <a:rPr kumimoji="0" lang="ar-AE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,</m:t>
                          </m:r>
                          <m:r>
                            <a:rPr kumimoji="0" lang="zh-CN" altLang="ar-AE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ar-AE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81" name="TextBox 46">
                <a:extLst>
                  <a:ext uri="{FF2B5EF4-FFF2-40B4-BE49-F238E27FC236}">
                    <a16:creationId xmlns:a16="http://schemas.microsoft.com/office/drawing/2014/main" id="{ABCE2B4D-C11D-96B6-90AF-37B43FF51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2924" y="7052530"/>
                <a:ext cx="802053" cy="276999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2" name="TextBox 46">
                <a:extLst>
                  <a:ext uri="{FF2B5EF4-FFF2-40B4-BE49-F238E27FC236}">
                    <a16:creationId xmlns:a16="http://schemas.microsoft.com/office/drawing/2014/main" id="{54AF4711-0B59-6ACD-E8CC-BA69C125EB0D}"/>
                  </a:ext>
                </a:extLst>
              </p:cNvPr>
              <p:cNvSpPr txBox="1"/>
              <p:nvPr/>
            </p:nvSpPr>
            <p:spPr>
              <a:xfrm>
                <a:off x="16818073" y="8649409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82" name="TextBox 46">
                <a:extLst>
                  <a:ext uri="{FF2B5EF4-FFF2-40B4-BE49-F238E27FC236}">
                    <a16:creationId xmlns:a16="http://schemas.microsoft.com/office/drawing/2014/main" id="{54AF4711-0B59-6ACD-E8CC-BA69C125E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8073" y="8649409"/>
                <a:ext cx="802053" cy="276999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3" name="TextBox 46">
                <a:extLst>
                  <a:ext uri="{FF2B5EF4-FFF2-40B4-BE49-F238E27FC236}">
                    <a16:creationId xmlns:a16="http://schemas.microsoft.com/office/drawing/2014/main" id="{858DCC6A-A011-36CD-60C6-7DD5E9716AEA}"/>
                  </a:ext>
                </a:extLst>
              </p:cNvPr>
              <p:cNvSpPr txBox="1"/>
              <p:nvPr/>
            </p:nvSpPr>
            <p:spPr>
              <a:xfrm>
                <a:off x="16433355" y="7829460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ar-AE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zh-CN" altLang="ar-AE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ar-AE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83" name="TextBox 46">
                <a:extLst>
                  <a:ext uri="{FF2B5EF4-FFF2-40B4-BE49-F238E27FC236}">
                    <a16:creationId xmlns:a16="http://schemas.microsoft.com/office/drawing/2014/main" id="{858DCC6A-A011-36CD-60C6-7DD5E9716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3355" y="7829460"/>
                <a:ext cx="802053" cy="276999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4" name="TextBox 46">
                <a:extLst>
                  <a:ext uri="{FF2B5EF4-FFF2-40B4-BE49-F238E27FC236}">
                    <a16:creationId xmlns:a16="http://schemas.microsoft.com/office/drawing/2014/main" id="{5B310271-4C99-3331-73CD-24B472982652}"/>
                  </a:ext>
                </a:extLst>
              </p:cNvPr>
              <p:cNvSpPr txBox="1"/>
              <p:nvPr/>
            </p:nvSpPr>
            <p:spPr>
              <a:xfrm>
                <a:off x="15648198" y="6463121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𝑎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,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𝑏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,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𝑐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,</m:t>
                          </m:r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84" name="TextBox 46">
                <a:extLst>
                  <a:ext uri="{FF2B5EF4-FFF2-40B4-BE49-F238E27FC236}">
                    <a16:creationId xmlns:a16="http://schemas.microsoft.com/office/drawing/2014/main" id="{5B310271-4C99-3331-73CD-24B472982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8198" y="6463121"/>
                <a:ext cx="802053" cy="276999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5" name="TextBox 56">
            <a:extLst>
              <a:ext uri="{FF2B5EF4-FFF2-40B4-BE49-F238E27FC236}">
                <a16:creationId xmlns:a16="http://schemas.microsoft.com/office/drawing/2014/main" id="{32C0479F-2462-8BE6-0A93-A2D8BE7622E8}"/>
              </a:ext>
            </a:extLst>
          </p:cNvPr>
          <p:cNvSpPr txBox="1"/>
          <p:nvPr/>
        </p:nvSpPr>
        <p:spPr>
          <a:xfrm>
            <a:off x="11880668" y="10459214"/>
            <a:ext cx="902970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Binary Tree for Insertion-only Streams</a:t>
            </a:r>
            <a:endParaRPr dirty="0"/>
          </a:p>
        </p:txBody>
      </p:sp>
      <p:sp>
        <p:nvSpPr>
          <p:cNvPr id="1286" name="TextBox 56">
            <a:extLst>
              <a:ext uri="{FF2B5EF4-FFF2-40B4-BE49-F238E27FC236}">
                <a16:creationId xmlns:a16="http://schemas.microsoft.com/office/drawing/2014/main" id="{3AC06642-993E-BA68-2BF3-DE8E9658608E}"/>
              </a:ext>
            </a:extLst>
          </p:cNvPr>
          <p:cNvSpPr txBox="1"/>
          <p:nvPr/>
        </p:nvSpPr>
        <p:spPr>
          <a:xfrm>
            <a:off x="11880667" y="20448409"/>
            <a:ext cx="902970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Online Interval Tree for Fully Dynamic Streams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87" name="TextBox 46">
                <a:extLst>
                  <a:ext uri="{FF2B5EF4-FFF2-40B4-BE49-F238E27FC236}">
                    <a16:creationId xmlns:a16="http://schemas.microsoft.com/office/drawing/2014/main" id="{CA2CCDD3-A157-B92C-1F3C-8C1198C6B632}"/>
                  </a:ext>
                </a:extLst>
              </p:cNvPr>
              <p:cNvSpPr txBox="1"/>
              <p:nvPr/>
            </p:nvSpPr>
            <p:spPr>
              <a:xfrm>
                <a:off x="16772957" y="16523440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87" name="TextBox 46">
                <a:extLst>
                  <a:ext uri="{FF2B5EF4-FFF2-40B4-BE49-F238E27FC236}">
                    <a16:creationId xmlns:a16="http://schemas.microsoft.com/office/drawing/2014/main" id="{CA2CCDD3-A157-B92C-1F3C-8C1198C6B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2957" y="16523440"/>
                <a:ext cx="802053" cy="276999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0" name="TextBox 46">
                <a:extLst>
                  <a:ext uri="{FF2B5EF4-FFF2-40B4-BE49-F238E27FC236}">
                    <a16:creationId xmlns:a16="http://schemas.microsoft.com/office/drawing/2014/main" id="{634674F3-AEB1-9032-4386-E6DDE1DD70D0}"/>
                  </a:ext>
                </a:extLst>
              </p:cNvPr>
              <p:cNvSpPr txBox="1"/>
              <p:nvPr/>
            </p:nvSpPr>
            <p:spPr>
              <a:xfrm>
                <a:off x="18336846" y="15112614"/>
                <a:ext cx="802053" cy="2769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altLang="zh-CN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90" name="TextBox 46">
                <a:extLst>
                  <a:ext uri="{FF2B5EF4-FFF2-40B4-BE49-F238E27FC236}">
                    <a16:creationId xmlns:a16="http://schemas.microsoft.com/office/drawing/2014/main" id="{634674F3-AEB1-9032-4386-E6DDE1DD7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846" y="15112614"/>
                <a:ext cx="802053" cy="276999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1" name="直接连接符 1290">
            <a:extLst>
              <a:ext uri="{FF2B5EF4-FFF2-40B4-BE49-F238E27FC236}">
                <a16:creationId xmlns:a16="http://schemas.microsoft.com/office/drawing/2014/main" id="{DADC68C7-D51F-DE7D-5E04-5FBB41574A60}"/>
              </a:ext>
            </a:extLst>
          </p:cNvPr>
          <p:cNvCxnSpPr>
            <a:cxnSpLocks/>
            <a:endCxn id="1173" idx="6"/>
          </p:cNvCxnSpPr>
          <p:nvPr/>
        </p:nvCxnSpPr>
        <p:spPr>
          <a:xfrm flipH="1" flipV="1">
            <a:off x="18927682" y="15578606"/>
            <a:ext cx="594758" cy="71998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4" name="TextBox 42">
                <a:extLst>
                  <a:ext uri="{FF2B5EF4-FFF2-40B4-BE49-F238E27FC236}">
                    <a16:creationId xmlns:a16="http://schemas.microsoft.com/office/drawing/2014/main" id="{D0468278-36A8-A974-A436-74B6F3383209}"/>
                  </a:ext>
                </a:extLst>
              </p:cNvPr>
              <p:cNvSpPr txBox="1"/>
              <p:nvPr/>
            </p:nvSpPr>
            <p:spPr>
              <a:xfrm>
                <a:off x="22928581" y="6456038"/>
                <a:ext cx="8972164" cy="83227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After observing the update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 stores an item if its insert-node is in the subtree rooted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294" name="TextBox 42">
                <a:extLst>
                  <a:ext uri="{FF2B5EF4-FFF2-40B4-BE49-F238E27FC236}">
                    <a16:creationId xmlns:a16="http://schemas.microsoft.com/office/drawing/2014/main" id="{D0468278-36A8-A974-A436-74B6F3383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581" y="6456038"/>
                <a:ext cx="8972164" cy="832279"/>
              </a:xfrm>
              <a:prstGeom prst="rect">
                <a:avLst/>
              </a:prstGeom>
              <a:blipFill>
                <a:blip r:embed="rId77"/>
                <a:stretch>
                  <a:fillRect l="-1155" t="-1460" b="-131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6" name="TextBox 42">
                <a:extLst>
                  <a:ext uri="{FF2B5EF4-FFF2-40B4-BE49-F238E27FC236}">
                    <a16:creationId xmlns:a16="http://schemas.microsoft.com/office/drawing/2014/main" id="{4B43D8BF-093A-709E-4112-0E0408B13EA4}"/>
                  </a:ext>
                </a:extLst>
              </p:cNvPr>
              <p:cNvSpPr txBox="1"/>
              <p:nvPr/>
            </p:nvSpPr>
            <p:spPr>
              <a:xfrm>
                <a:off x="23284703" y="7354691"/>
                <a:ext cx="8708412" cy="4444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p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Example: 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altLang="zh-CN" dirty="0"/>
                  <a:t>,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</p:txBody>
          </p:sp>
        </mc:Choice>
        <mc:Fallback>
          <p:sp>
            <p:nvSpPr>
              <p:cNvPr id="1296" name="TextBox 42">
                <a:extLst>
                  <a:ext uri="{FF2B5EF4-FFF2-40B4-BE49-F238E27FC236}">
                    <a16:creationId xmlns:a16="http://schemas.microsoft.com/office/drawing/2014/main" id="{4B43D8BF-093A-709E-4112-0E0408B13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4703" y="7354691"/>
                <a:ext cx="8708412" cy="444481"/>
              </a:xfrm>
              <a:prstGeom prst="rect">
                <a:avLst/>
              </a:prstGeom>
              <a:blipFill>
                <a:blip r:embed="rId78"/>
                <a:stretch>
                  <a:fillRect l="-1261" t="-2740" b="-2602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7" name="TextBox 42">
            <a:extLst>
              <a:ext uri="{FF2B5EF4-FFF2-40B4-BE49-F238E27FC236}">
                <a16:creationId xmlns:a16="http://schemas.microsoft.com/office/drawing/2014/main" id="{121107C9-A2B2-27E9-4A51-1D2682CB54D6}"/>
              </a:ext>
            </a:extLst>
          </p:cNvPr>
          <p:cNvSpPr txBox="1"/>
          <p:nvPr/>
        </p:nvSpPr>
        <p:spPr>
          <a:xfrm>
            <a:off x="22928580" y="7865707"/>
            <a:ext cx="8972164" cy="44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342900" indent="-342900">
              <a:lnSpc>
                <a:spcPct val="120000"/>
              </a:lnSpc>
              <a:buSzPct val="100000"/>
              <a:buFont typeface="Arial"/>
              <a:buChar char="•"/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dirty="0"/>
              <a:t>When an item is deleted, we augment the item with its deletion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8" name="TextBox 42">
                <a:extLst>
                  <a:ext uri="{FF2B5EF4-FFF2-40B4-BE49-F238E27FC236}">
                    <a16:creationId xmlns:a16="http://schemas.microsoft.com/office/drawing/2014/main" id="{7136AFC5-83EE-05B6-29D6-194C19D093D3}"/>
                  </a:ext>
                </a:extLst>
              </p:cNvPr>
              <p:cNvSpPr txBox="1"/>
              <p:nvPr/>
            </p:nvSpPr>
            <p:spPr>
              <a:xfrm>
                <a:off x="23284703" y="8405915"/>
                <a:ext cx="8708412" cy="4444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p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Example: 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dirty="0"/>
                  <a:t>; 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becomes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</p:txBody>
          </p:sp>
        </mc:Choice>
        <mc:Fallback>
          <p:sp>
            <p:nvSpPr>
              <p:cNvPr id="1298" name="TextBox 42">
                <a:extLst>
                  <a:ext uri="{FF2B5EF4-FFF2-40B4-BE49-F238E27FC236}">
                    <a16:creationId xmlns:a16="http://schemas.microsoft.com/office/drawing/2014/main" id="{7136AFC5-83EE-05B6-29D6-194C19D09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4703" y="8405915"/>
                <a:ext cx="8708412" cy="444481"/>
              </a:xfrm>
              <a:prstGeom prst="rect">
                <a:avLst/>
              </a:prstGeom>
              <a:blipFill>
                <a:blip r:embed="rId79"/>
                <a:stretch>
                  <a:fillRect l="-1261" t="-2740" b="-2465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9" name="TextBox 46">
                <a:extLst>
                  <a:ext uri="{FF2B5EF4-FFF2-40B4-BE49-F238E27FC236}">
                    <a16:creationId xmlns:a16="http://schemas.microsoft.com/office/drawing/2014/main" id="{882D3577-4A7F-0F0F-885A-E5D02BA49963}"/>
                  </a:ext>
                </a:extLst>
              </p:cNvPr>
              <p:cNvSpPr txBox="1"/>
              <p:nvPr/>
            </p:nvSpPr>
            <p:spPr>
              <a:xfrm>
                <a:off x="22928580" y="9816240"/>
                <a:ext cx="8972164" cy="41549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1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Wingdings" panose="05000000000000000000" pitchFamily="2" charset="2"/>
                  <a:buChar char="n"/>
                </a:pPr>
                <a:r>
                  <a:rPr lang="en-US" altLang="zh-CN" b="1" dirty="0"/>
                  <a:t>Querying</a:t>
                </a:r>
                <a:r>
                  <a:rPr lang="en-US" altLang="zh-CN" dirty="0"/>
                  <a:t>: Report items in the dataset at timestamp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299" name="TextBox 46">
                <a:extLst>
                  <a:ext uri="{FF2B5EF4-FFF2-40B4-BE49-F238E27FC236}">
                    <a16:creationId xmlns:a16="http://schemas.microsoft.com/office/drawing/2014/main" id="{882D3577-4A7F-0F0F-885A-E5D02BA49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580" y="9816240"/>
                <a:ext cx="8972164" cy="415498"/>
              </a:xfrm>
              <a:prstGeom prst="rect">
                <a:avLst/>
              </a:prstGeom>
              <a:blipFill>
                <a:blip r:embed="rId80"/>
                <a:stretch>
                  <a:fillRect l="-1155" t="-8824" b="-2941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0" name="TextBox 42">
                <a:extLst>
                  <a:ext uri="{FF2B5EF4-FFF2-40B4-BE49-F238E27FC236}">
                    <a16:creationId xmlns:a16="http://schemas.microsoft.com/office/drawing/2014/main" id="{A666263F-8BB4-A81D-8C57-EC010B246F13}"/>
                  </a:ext>
                </a:extLst>
              </p:cNvPr>
              <p:cNvSpPr txBox="1"/>
              <p:nvPr/>
            </p:nvSpPr>
            <p:spPr>
              <a:xfrm>
                <a:off x="22928580" y="10323998"/>
                <a:ext cx="8972164" cy="86215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dirty="0"/>
                  <a:t>, visit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on the root-to-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dirty="0"/>
                  <a:t> path where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Report all “live” intervals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altLang="zh-CN" dirty="0"/>
                  <a:t> stored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where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300" name="TextBox 42">
                <a:extLst>
                  <a:ext uri="{FF2B5EF4-FFF2-40B4-BE49-F238E27FC236}">
                    <a16:creationId xmlns:a16="http://schemas.microsoft.com/office/drawing/2014/main" id="{A666263F-8BB4-A81D-8C57-EC010B246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580" y="10323998"/>
                <a:ext cx="8972164" cy="862159"/>
              </a:xfrm>
              <a:prstGeom prst="rect">
                <a:avLst/>
              </a:prstGeom>
              <a:blipFill>
                <a:blip r:embed="rId81"/>
                <a:stretch>
                  <a:fillRect l="-1155" b="-1276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1" name="TextBox 42">
                <a:extLst>
                  <a:ext uri="{FF2B5EF4-FFF2-40B4-BE49-F238E27FC236}">
                    <a16:creationId xmlns:a16="http://schemas.microsoft.com/office/drawing/2014/main" id="{06B2B2E1-FAF6-2DB9-918C-E5553ECC5887}"/>
                  </a:ext>
                </a:extLst>
              </p:cNvPr>
              <p:cNvSpPr txBox="1"/>
              <p:nvPr/>
            </p:nvSpPr>
            <p:spPr>
              <a:xfrm>
                <a:off x="23284703" y="11240286"/>
                <a:ext cx="8708412" cy="4444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p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Example: Query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altLang="zh-CN" dirty="0"/>
                  <a:t>, visit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CN" dirty="0"/>
                  <a:t>, report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</p:txBody>
          </p:sp>
        </mc:Choice>
        <mc:Fallback>
          <p:sp>
            <p:nvSpPr>
              <p:cNvPr id="1301" name="TextBox 42">
                <a:extLst>
                  <a:ext uri="{FF2B5EF4-FFF2-40B4-BE49-F238E27FC236}">
                    <a16:creationId xmlns:a16="http://schemas.microsoft.com/office/drawing/2014/main" id="{06B2B2E1-FAF6-2DB9-918C-E5553ECC5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4703" y="11240286"/>
                <a:ext cx="8708412" cy="444481"/>
              </a:xfrm>
              <a:prstGeom prst="rect">
                <a:avLst/>
              </a:prstGeom>
              <a:blipFill>
                <a:blip r:embed="rId82"/>
                <a:stretch>
                  <a:fillRect l="-1261" t="-2740" b="-2465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2" name="TextBox 51">
            <a:extLst>
              <a:ext uri="{FF2B5EF4-FFF2-40B4-BE49-F238E27FC236}">
                <a16:creationId xmlns:a16="http://schemas.microsoft.com/office/drawing/2014/main" id="{EDAF19CD-D9CC-CAF4-3CC5-58045C42BE17}"/>
              </a:ext>
            </a:extLst>
          </p:cNvPr>
          <p:cNvSpPr txBox="1"/>
          <p:nvPr/>
        </p:nvSpPr>
        <p:spPr>
          <a:xfrm>
            <a:off x="22928581" y="12626235"/>
            <a:ext cx="9029701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Deletion-only Mechanism</a:t>
            </a:r>
            <a:endParaRPr dirty="0"/>
          </a:p>
        </p:txBody>
      </p:sp>
      <p:sp>
        <p:nvSpPr>
          <p:cNvPr id="1303" name="TextBox 42">
            <a:extLst>
              <a:ext uri="{FF2B5EF4-FFF2-40B4-BE49-F238E27FC236}">
                <a16:creationId xmlns:a16="http://schemas.microsoft.com/office/drawing/2014/main" id="{F21F2BBD-5F0D-5FC5-9748-2C1E3F83A495}"/>
              </a:ext>
            </a:extLst>
          </p:cNvPr>
          <p:cNvSpPr txBox="1"/>
          <p:nvPr/>
        </p:nvSpPr>
        <p:spPr>
          <a:xfrm>
            <a:off x="22928581" y="11867773"/>
            <a:ext cx="8972164" cy="44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342900" indent="-342900">
              <a:lnSpc>
                <a:spcPct val="120000"/>
              </a:lnSpc>
              <a:buSzPct val="100000"/>
              <a:buFont typeface="Arial"/>
              <a:buChar char="•"/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b="1" dirty="0"/>
              <a:t>Each queried item is reported exactly once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4" name="TextBox 42">
                <a:extLst>
                  <a:ext uri="{FF2B5EF4-FFF2-40B4-BE49-F238E27FC236}">
                    <a16:creationId xmlns:a16="http://schemas.microsoft.com/office/drawing/2014/main" id="{5BF85D94-1A44-36ED-7863-A4EAE6F95110}"/>
                  </a:ext>
                </a:extLst>
              </p:cNvPr>
              <p:cNvSpPr txBox="1"/>
              <p:nvPr/>
            </p:nvSpPr>
            <p:spPr>
              <a:xfrm>
                <a:off x="22928581" y="13331602"/>
                <a:ext cx="8972164" cy="20456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Each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is initialized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items</a:t>
                </a:r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The items gets deleted as time goes by,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We can track the deletions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 and answer through</a:t>
                </a:r>
              </a:p>
              <a:p>
                <a:pPr>
                  <a:lnSpc>
                    <a:spcPct val="120000"/>
                  </a:lnSpc>
                  <a:buSzPct val="100000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Our target error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, so we want to bound both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304" name="TextBox 42">
                <a:extLst>
                  <a:ext uri="{FF2B5EF4-FFF2-40B4-BE49-F238E27FC236}">
                    <a16:creationId xmlns:a16="http://schemas.microsoft.com/office/drawing/2014/main" id="{5BF85D94-1A44-36ED-7863-A4EAE6F9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581" y="13331602"/>
                <a:ext cx="8972164" cy="2045625"/>
              </a:xfrm>
              <a:prstGeom prst="rect">
                <a:avLst/>
              </a:prstGeom>
              <a:blipFill>
                <a:blip r:embed="rId83"/>
                <a:stretch>
                  <a:fillRect l="-1155" t="-595" b="-446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7" name="TextBox 42">
                <a:extLst>
                  <a:ext uri="{FF2B5EF4-FFF2-40B4-BE49-F238E27FC236}">
                    <a16:creationId xmlns:a16="http://schemas.microsoft.com/office/drawing/2014/main" id="{CFB2C5A9-AE44-9AD4-1330-B998817B6E3C}"/>
                  </a:ext>
                </a:extLst>
              </p:cNvPr>
              <p:cNvSpPr txBox="1"/>
              <p:nvPr/>
            </p:nvSpPr>
            <p:spPr>
              <a:xfrm>
                <a:off x="22928581" y="9039483"/>
                <a:ext cx="8972164" cy="4444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Arial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b="1" dirty="0"/>
                  <a:t>Difference in one update only affects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b="1" dirty="0"/>
                  <a:t> nodes</a:t>
                </a:r>
              </a:p>
            </p:txBody>
          </p:sp>
        </mc:Choice>
        <mc:Fallback>
          <p:sp>
            <p:nvSpPr>
              <p:cNvPr id="1307" name="TextBox 42">
                <a:extLst>
                  <a:ext uri="{FF2B5EF4-FFF2-40B4-BE49-F238E27FC236}">
                    <a16:creationId xmlns:a16="http://schemas.microsoft.com/office/drawing/2014/main" id="{CFB2C5A9-AE44-9AD4-1330-B998817B6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581" y="9039483"/>
                <a:ext cx="8972164" cy="444481"/>
              </a:xfrm>
              <a:prstGeom prst="rect">
                <a:avLst/>
              </a:prstGeom>
              <a:blipFill>
                <a:blip r:embed="rId84"/>
                <a:stretch>
                  <a:fillRect l="-1155" t="-2740" b="-2465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8" name="TextBox 42">
                <a:extLst>
                  <a:ext uri="{FF2B5EF4-FFF2-40B4-BE49-F238E27FC236}">
                    <a16:creationId xmlns:a16="http://schemas.microsoft.com/office/drawing/2014/main" id="{392A5C9A-7995-7158-56C1-DA522D8593AC}"/>
                  </a:ext>
                </a:extLst>
              </p:cNvPr>
              <p:cNvSpPr txBox="1"/>
              <p:nvPr/>
            </p:nvSpPr>
            <p:spPr>
              <a:xfrm>
                <a:off x="22928581" y="15496160"/>
                <a:ext cx="9064534" cy="122007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Solution: use separate privacy budget to track the number of deletions</a:t>
                </a:r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When more than half are deleted, restart mechanisms at the node</a:t>
                </a:r>
              </a:p>
              <a:p>
                <a:pPr marL="342900" indent="-342900"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Ø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There can be only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dirty="0"/>
                  <a:t> restarts at time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308" name="TextBox 42">
                <a:extLst>
                  <a:ext uri="{FF2B5EF4-FFF2-40B4-BE49-F238E27FC236}">
                    <a16:creationId xmlns:a16="http://schemas.microsoft.com/office/drawing/2014/main" id="{392A5C9A-7995-7158-56C1-DA522D859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581" y="15496160"/>
                <a:ext cx="9064534" cy="1220078"/>
              </a:xfrm>
              <a:prstGeom prst="rect">
                <a:avLst/>
              </a:prstGeom>
              <a:blipFill>
                <a:blip r:embed="rId85"/>
                <a:stretch>
                  <a:fillRect l="-1143" t="-1000" b="-9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9" name="TextBox 51">
            <a:extLst>
              <a:ext uri="{FF2B5EF4-FFF2-40B4-BE49-F238E27FC236}">
                <a16:creationId xmlns:a16="http://schemas.microsoft.com/office/drawing/2014/main" id="{D19CF0B3-1949-E86E-BD82-3880AFAF44B6}"/>
              </a:ext>
            </a:extLst>
          </p:cNvPr>
          <p:cNvSpPr txBox="1"/>
          <p:nvPr/>
        </p:nvSpPr>
        <p:spPr>
          <a:xfrm>
            <a:off x="22928581" y="16954428"/>
            <a:ext cx="9029701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0" name="TextBox 42">
                <a:extLst>
                  <a:ext uri="{FF2B5EF4-FFF2-40B4-BE49-F238E27FC236}">
                    <a16:creationId xmlns:a16="http://schemas.microsoft.com/office/drawing/2014/main" id="{017251BC-3699-59FC-9B69-1373AD220B21}"/>
                  </a:ext>
                </a:extLst>
              </p:cNvPr>
              <p:cNvSpPr txBox="1"/>
              <p:nvPr/>
            </p:nvSpPr>
            <p:spPr>
              <a:xfrm>
                <a:off x="22928580" y="17612902"/>
                <a:ext cx="9064534" cy="8942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SzPct val="100000"/>
                  <a:buFont typeface="Arial" panose="020B0604020202020204" pitchFamily="34" charset="0"/>
                  <a:buChar char="•"/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altLang="zh-CN" dirty="0"/>
                  <a:t>If there is a static DP mechanism with error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/>
                  <a:t>, then there is a DP mechanism for fully dynamic streams with error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≪</m:t>
                    </m:r>
                    <m:acc>
                      <m:accPr>
                        <m:chr m:val="̃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>
          <p:sp>
            <p:nvSpPr>
              <p:cNvPr id="1310" name="TextBox 42">
                <a:extLst>
                  <a:ext uri="{FF2B5EF4-FFF2-40B4-BE49-F238E27FC236}">
                    <a16:creationId xmlns:a16="http://schemas.microsoft.com/office/drawing/2014/main" id="{017251BC-3699-59FC-9B69-1373AD220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580" y="17612902"/>
                <a:ext cx="9064534" cy="894219"/>
              </a:xfrm>
              <a:prstGeom prst="rect">
                <a:avLst/>
              </a:prstGeom>
              <a:blipFill>
                <a:blip r:embed="rId86"/>
                <a:stretch>
                  <a:fillRect l="-1143" t="-1361" b="-952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1" name="TextBox 51">
            <a:extLst>
              <a:ext uri="{FF2B5EF4-FFF2-40B4-BE49-F238E27FC236}">
                <a16:creationId xmlns:a16="http://schemas.microsoft.com/office/drawing/2014/main" id="{0F031F09-738F-2524-72A7-08833D6F5F68}"/>
              </a:ext>
            </a:extLst>
          </p:cNvPr>
          <p:cNvSpPr txBox="1"/>
          <p:nvPr/>
        </p:nvSpPr>
        <p:spPr>
          <a:xfrm>
            <a:off x="22928579" y="18610369"/>
            <a:ext cx="9029701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1312" name="TextBox 42">
            <a:extLst>
              <a:ext uri="{FF2B5EF4-FFF2-40B4-BE49-F238E27FC236}">
                <a16:creationId xmlns:a16="http://schemas.microsoft.com/office/drawing/2014/main" id="{4607FDA2-4982-CD32-ED11-8E63630BC763}"/>
              </a:ext>
            </a:extLst>
          </p:cNvPr>
          <p:cNvSpPr txBox="1"/>
          <p:nvPr/>
        </p:nvSpPr>
        <p:spPr>
          <a:xfrm>
            <a:off x="22928579" y="19236237"/>
            <a:ext cx="9064534" cy="1102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dirty="0"/>
              <a:t>Binary Tree Mechanism: T. H. Chan, E. Shi, and D. Song. Private and continual release of statistics. In Proc. Automata, Languages and Programming, ICALP, volume 6199, pages 405–417. Springer, 2010. </a:t>
            </a:r>
          </a:p>
          <a:p>
            <a:pPr marL="342900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dirty="0"/>
              <a:t>(Offline) Interval Tree: M. de Berg, O. Cheong, M. J. van </a:t>
            </a:r>
            <a:r>
              <a:rPr lang="en-US" altLang="zh-CN" sz="1400" dirty="0" err="1"/>
              <a:t>Kreveld</a:t>
            </a:r>
            <a:r>
              <a:rPr lang="en-US" altLang="zh-CN" sz="1400" dirty="0"/>
              <a:t>, and M. H. Overmars. Computational geometry: algorithms and applications, 3rd Edition. Springer, 2008. ISBN 9783540779735.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2834</TotalTime>
  <Words>878</Words>
  <Application>Microsoft Office PowerPoint</Application>
  <PresentationFormat>自定义</PresentationFormat>
  <Paragraphs>148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yuan</dc:creator>
  <cp:lastModifiedBy>Yuan QIU</cp:lastModifiedBy>
  <cp:revision>32</cp:revision>
  <dcterms:modified xsi:type="dcterms:W3CDTF">2025-11-21T06:43:59Z</dcterms:modified>
</cp:coreProperties>
</file>